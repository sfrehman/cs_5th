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74" r:id="rId1"/>
  </p:sldMasterIdLst>
  <p:notesMasterIdLst>
    <p:notesMasterId r:id="rId23"/>
  </p:notesMasterIdLst>
  <p:handoutMasterIdLst>
    <p:handoutMasterId r:id="rId24"/>
  </p:handoutMasterIdLst>
  <p:sldIdLst>
    <p:sldId id="256" r:id="rId2"/>
    <p:sldId id="258" r:id="rId3"/>
    <p:sldId id="321" r:id="rId4"/>
    <p:sldId id="340" r:id="rId5"/>
    <p:sldId id="341" r:id="rId6"/>
    <p:sldId id="342" r:id="rId7"/>
    <p:sldId id="343" r:id="rId8"/>
    <p:sldId id="344" r:id="rId9"/>
    <p:sldId id="345" r:id="rId10"/>
    <p:sldId id="346" r:id="rId11"/>
    <p:sldId id="348" r:id="rId12"/>
    <p:sldId id="349" r:id="rId13"/>
    <p:sldId id="350" r:id="rId14"/>
    <p:sldId id="351" r:id="rId15"/>
    <p:sldId id="339" r:id="rId16"/>
    <p:sldId id="335" r:id="rId17"/>
    <p:sldId id="336" r:id="rId18"/>
    <p:sldId id="337" r:id="rId19"/>
    <p:sldId id="324" r:id="rId20"/>
    <p:sldId id="338" r:id="rId21"/>
    <p:sldId id="26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69" d="100"/>
          <a:sy n="69" d="100"/>
        </p:scale>
        <p:origin x="-780" y="-30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Superior College Mian Channu</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4F23418-877D-4E15-98EB-B18A416688F8}" type="datetimeFigureOut">
              <a:rPr lang="en-US" smtClean="0"/>
              <a:t>2/16/2025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E1B3ED0-4E7F-4552-8A34-7C1339267C69}"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Superior College Mian Channu</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095D31-9972-44D7-A973-436B8E0F36E9}" type="datetimeFigureOut">
              <a:rPr lang="en-US" smtClean="0"/>
              <a:t>2/16/2025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F085B6-4FD1-4360-BB53-F417E13A6F25}" type="slidenum">
              <a:rPr lang="en-US" smtClean="0"/>
              <a:t>‹#›</a:t>
            </a:fld>
            <a:endParaRPr lang="en-US"/>
          </a:p>
        </p:txBody>
      </p:sp>
    </p:spTree>
    <p:extLst>
      <p:ext uri="{BB962C8B-B14F-4D97-AF65-F5344CB8AC3E}">
        <p14:creationId xmlns:p14="http://schemas.microsoft.com/office/powerpoint/2010/main" val="3620841288"/>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extBox 7"/>
          <p:cNvSpPr txBox="1"/>
          <p:nvPr/>
        </p:nvSpPr>
        <p:spPr>
          <a:xfrm>
            <a:off x="2438400" y="3159761"/>
            <a:ext cx="609600" cy="1034129"/>
          </a:xfrm>
          <a:prstGeom prst="rect">
            <a:avLst/>
          </a:prstGeom>
          <a:noFill/>
        </p:spPr>
        <p:txBody>
          <a:bodyPr wrap="square" lIns="0" tIns="9144" rIns="0" bIns="9144" rtlCol="0" anchor="ctr" anchorCtr="0">
            <a:spAutoFit/>
          </a:bodyPr>
          <a:lstStyle/>
          <a:p>
            <a:r>
              <a:rPr lang="en-US" sz="6600" dirty="0" smtClean="0">
                <a:effectLst>
                  <a:outerShdw blurRad="38100" dist="38100" dir="2700000" algn="tl">
                    <a:srgbClr val="000000">
                      <a:alpha val="43137"/>
                    </a:srgbClr>
                  </a:outerShdw>
                </a:effectLst>
                <a:latin typeface="+mn-lt"/>
              </a:rPr>
              <a:t>{</a:t>
            </a:r>
            <a:endParaRPr lang="en-US" sz="6600" dirty="0">
              <a:effectLst>
                <a:outerShdw blurRad="38100" dist="38100" dir="2700000" algn="tl">
                  <a:srgbClr val="000000">
                    <a:alpha val="43137"/>
                  </a:srgbClr>
                </a:outerShdw>
              </a:effectLst>
              <a:latin typeface="+mn-lt"/>
            </a:endParaRPr>
          </a:p>
        </p:txBody>
      </p:sp>
      <p:sp>
        <p:nvSpPr>
          <p:cNvPr id="2" name="Title 1"/>
          <p:cNvSpPr>
            <a:spLocks noGrp="1"/>
          </p:cNvSpPr>
          <p:nvPr>
            <p:ph type="ctrTitle"/>
          </p:nvPr>
        </p:nvSpPr>
        <p:spPr>
          <a:xfrm>
            <a:off x="1036320" y="1219200"/>
            <a:ext cx="10058400" cy="2152650"/>
          </a:xfrm>
        </p:spPr>
        <p:txBody>
          <a:bodyPr>
            <a:noAutofit/>
          </a:bodyPr>
          <a:lstStyle>
            <a:lvl1pPr>
              <a:defRPr sz="600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844800" y="3375491"/>
            <a:ext cx="8229600" cy="685800"/>
          </a:xfrm>
        </p:spPr>
        <p:txBody>
          <a:bodyPr anchor="ct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5" name="Date Placeholder 14"/>
          <p:cNvSpPr>
            <a:spLocks noGrp="1"/>
          </p:cNvSpPr>
          <p:nvPr>
            <p:ph type="dt" sz="half" idx="10"/>
          </p:nvPr>
        </p:nvSpPr>
        <p:spPr/>
        <p:txBody>
          <a:bodyPr/>
          <a:lstStyle/>
          <a:p>
            <a:fld id="{92A59E04-BC48-4C3C-B2CF-95287A202A10}" type="datetimeFigureOut">
              <a:rPr lang="en-US" smtClean="0"/>
              <a:t>2/16/2025</a:t>
            </a:fld>
            <a:endParaRPr lang="en-US"/>
          </a:p>
        </p:txBody>
      </p:sp>
      <p:sp>
        <p:nvSpPr>
          <p:cNvPr id="16" name="Slide Number Placeholder 15"/>
          <p:cNvSpPr>
            <a:spLocks noGrp="1"/>
          </p:cNvSpPr>
          <p:nvPr>
            <p:ph type="sldNum" sz="quarter" idx="11"/>
          </p:nvPr>
        </p:nvSpPr>
        <p:spPr/>
        <p:txBody>
          <a:bodyPr/>
          <a:lstStyle/>
          <a:p>
            <a:fld id="{8CF08CA4-D9C5-4472-8FBF-7DFA91021E4F}" type="slidenum">
              <a:rPr lang="en-US" smtClean="0"/>
              <a:t>‹#›</a:t>
            </a:fld>
            <a:endParaRPr lang="en-US"/>
          </a:p>
        </p:txBody>
      </p:sp>
      <p:sp>
        <p:nvSpPr>
          <p:cNvPr id="17" name="Footer Placeholder 16"/>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Title 12"/>
          <p:cNvSpPr>
            <a:spLocks noGrp="1"/>
          </p:cNvSpPr>
          <p:nvPr>
            <p:ph type="title"/>
          </p:nvPr>
        </p:nvSpPr>
        <p:spPr/>
        <p:txBody>
          <a:bodyPr/>
          <a:lstStyle/>
          <a:p>
            <a:r>
              <a:rPr lang="en-US" smtClean="0"/>
              <a:t>Click to edit Master title style</a:t>
            </a:r>
            <a:endParaRPr lang="en-US"/>
          </a:p>
        </p:txBody>
      </p:sp>
      <p:sp>
        <p:nvSpPr>
          <p:cNvPr id="14" name="Date Placeholder 13"/>
          <p:cNvSpPr>
            <a:spLocks noGrp="1"/>
          </p:cNvSpPr>
          <p:nvPr>
            <p:ph type="dt" sz="half" idx="10"/>
          </p:nvPr>
        </p:nvSpPr>
        <p:spPr/>
        <p:txBody>
          <a:bodyPr/>
          <a:lstStyle/>
          <a:p>
            <a:fld id="{92A59E04-BC48-4C3C-B2CF-95287A202A10}" type="datetimeFigureOut">
              <a:rPr lang="en-US" smtClean="0"/>
              <a:t>2/16/2025</a:t>
            </a:fld>
            <a:endParaRPr lang="en-US"/>
          </a:p>
        </p:txBody>
      </p:sp>
      <p:sp>
        <p:nvSpPr>
          <p:cNvPr id="15" name="Slide Number Placeholder 14"/>
          <p:cNvSpPr>
            <a:spLocks noGrp="1"/>
          </p:cNvSpPr>
          <p:nvPr>
            <p:ph type="sldNum" sz="quarter" idx="11"/>
          </p:nvPr>
        </p:nvSpPr>
        <p:spPr/>
        <p:txBody>
          <a:bodyPr/>
          <a:lstStyle/>
          <a:p>
            <a:fld id="{8CF08CA4-D9C5-4472-8FBF-7DFA91021E4F}" type="slidenum">
              <a:rPr lang="en-US" smtClean="0"/>
              <a:t>‹#›</a:t>
            </a:fld>
            <a:endParaRPr lang="en-US"/>
          </a:p>
        </p:txBody>
      </p:sp>
      <p:sp>
        <p:nvSpPr>
          <p:cNvPr id="16" name="Footer Placeholder 15"/>
          <p:cNvSpPr>
            <a:spLocks noGrp="1"/>
          </p:cNvSpPr>
          <p:nvPr>
            <p:ph type="ftr" sz="quarter" idx="12"/>
          </p:nvPr>
        </p:nvSpPr>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TextBox 7"/>
          <p:cNvSpPr txBox="1"/>
          <p:nvPr/>
        </p:nvSpPr>
        <p:spPr>
          <a:xfrm>
            <a:off x="5689600" y="4074498"/>
            <a:ext cx="609600" cy="1015663"/>
          </a:xfrm>
          <a:prstGeom prst="rect">
            <a:avLst/>
          </a:prstGeom>
          <a:noFill/>
        </p:spPr>
        <p:txBody>
          <a:bodyPr wrap="square" lIns="0" tIns="0" rIns="0" bIns="0" rtlCol="0" anchor="t" anchorCtr="0">
            <a:spAutoFit/>
          </a:bodyPr>
          <a:lstStyle/>
          <a:p>
            <a:r>
              <a:rPr lang="en-US" sz="6600" dirty="0" smtClean="0">
                <a:effectLst>
                  <a:outerShdw blurRad="38100" dist="38100" dir="2700000" algn="tl">
                    <a:srgbClr val="000000">
                      <a:alpha val="43137"/>
                    </a:srgbClr>
                  </a:outerShdw>
                </a:effectLst>
                <a:latin typeface="+mn-lt"/>
              </a:rPr>
              <a:t>{</a:t>
            </a:r>
            <a:endParaRPr lang="en-US" sz="6600" dirty="0">
              <a:effectLst>
                <a:outerShdw blurRad="38100" dist="38100" dir="2700000" algn="tl">
                  <a:srgbClr val="000000">
                    <a:alpha val="43137"/>
                  </a:srgbClr>
                </a:outerShdw>
              </a:effectLst>
              <a:latin typeface="+mn-lt"/>
            </a:endParaRPr>
          </a:p>
        </p:txBody>
      </p:sp>
      <p:sp>
        <p:nvSpPr>
          <p:cNvPr id="3" name="Text Placeholder 2"/>
          <p:cNvSpPr>
            <a:spLocks noGrp="1"/>
          </p:cNvSpPr>
          <p:nvPr>
            <p:ph type="body" idx="1"/>
          </p:nvPr>
        </p:nvSpPr>
        <p:spPr>
          <a:xfrm>
            <a:off x="6096000" y="4267368"/>
            <a:ext cx="4978400" cy="731520"/>
          </a:xfrm>
        </p:spPr>
        <p:txBody>
          <a:bodyPr anchor="ctr">
            <a:normAutofit/>
          </a:bodyPr>
          <a:lstStyle>
            <a:lvl1pPr marL="0" indent="0">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2" name="Date Placeholder 11"/>
          <p:cNvSpPr>
            <a:spLocks noGrp="1"/>
          </p:cNvSpPr>
          <p:nvPr>
            <p:ph type="dt" sz="half" idx="10"/>
          </p:nvPr>
        </p:nvSpPr>
        <p:spPr/>
        <p:txBody>
          <a:bodyPr/>
          <a:lstStyle/>
          <a:p>
            <a:fld id="{92A59E04-BC48-4C3C-B2CF-95287A202A10}" type="datetimeFigureOut">
              <a:rPr lang="en-US" smtClean="0"/>
              <a:t>2/16/2025</a:t>
            </a:fld>
            <a:endParaRPr lang="en-US"/>
          </a:p>
        </p:txBody>
      </p:sp>
      <p:sp>
        <p:nvSpPr>
          <p:cNvPr id="13" name="Slide Number Placeholder 12"/>
          <p:cNvSpPr>
            <a:spLocks noGrp="1"/>
          </p:cNvSpPr>
          <p:nvPr>
            <p:ph type="sldNum" sz="quarter" idx="11"/>
          </p:nvPr>
        </p:nvSpPr>
        <p:spPr/>
        <p:txBody>
          <a:bodyPr/>
          <a:lstStyle/>
          <a:p>
            <a:fld id="{8CF08CA4-D9C5-4472-8FBF-7DFA91021E4F}" type="slidenum">
              <a:rPr lang="en-US" smtClean="0"/>
              <a:t>‹#›</a:t>
            </a:fld>
            <a:endParaRPr lang="en-US"/>
          </a:p>
        </p:txBody>
      </p:sp>
      <p:sp>
        <p:nvSpPr>
          <p:cNvPr id="14" name="Footer Placeholder 13"/>
          <p:cNvSpPr>
            <a:spLocks noGrp="1"/>
          </p:cNvSpPr>
          <p:nvPr>
            <p:ph type="ftr" sz="quarter" idx="12"/>
          </p:nvPr>
        </p:nvSpPr>
        <p:spPr/>
        <p:txBody>
          <a:bodyPr/>
          <a:lstStyle/>
          <a:p>
            <a:endParaRPr lang="en-US"/>
          </a:p>
        </p:txBody>
      </p:sp>
      <p:sp>
        <p:nvSpPr>
          <p:cNvPr id="4" name="Title 3"/>
          <p:cNvSpPr>
            <a:spLocks noGrp="1"/>
          </p:cNvSpPr>
          <p:nvPr>
            <p:ph type="title"/>
          </p:nvPr>
        </p:nvSpPr>
        <p:spPr>
          <a:xfrm>
            <a:off x="3048000" y="1905000"/>
            <a:ext cx="8046720" cy="2350008"/>
          </a:xfrm>
        </p:spPr>
        <p:txBody>
          <a:bodyPr/>
          <a:lstStyle>
            <a:lvl1pPr marL="0" algn="l" defTabSz="914400" rtl="0" eaLnBrk="1" latinLnBrk="0" hangingPunct="1">
              <a:spcBef>
                <a:spcPct val="0"/>
              </a:spcBef>
              <a:buNone/>
              <a:defRPr lang="en-US" sz="5400" b="0" kern="1200" cap="none" dirty="0" smtClean="0">
                <a:solidFill>
                  <a:schemeClr val="tx1"/>
                </a:solidFill>
                <a:effectLst>
                  <a:outerShdw blurRad="38100" dist="38100" dir="2700000" algn="tl">
                    <a:srgbClr val="000000">
                      <a:alpha val="43137"/>
                    </a:srgbClr>
                  </a:outerShdw>
                </a:effectLst>
                <a:latin typeface="+mj-lt"/>
                <a:ea typeface="+mj-ea"/>
                <a:cs typeface="+mj-cs"/>
              </a:defRPr>
            </a:lvl1pPr>
          </a:lstStyle>
          <a:p>
            <a:r>
              <a:rPr lang="en-US" smtClean="0"/>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p>
            <a:fld id="{92A59E04-BC48-4C3C-B2CF-95287A202A10}" type="datetimeFigureOut">
              <a:rPr lang="en-US" smtClean="0"/>
              <a:t>2/16/2025</a:t>
            </a:fld>
            <a:endParaRPr lang="en-US"/>
          </a:p>
        </p:txBody>
      </p:sp>
      <p:sp>
        <p:nvSpPr>
          <p:cNvPr id="9" name="Slide Number Placeholder 8"/>
          <p:cNvSpPr>
            <a:spLocks noGrp="1"/>
          </p:cNvSpPr>
          <p:nvPr>
            <p:ph type="sldNum" sz="quarter" idx="11"/>
          </p:nvPr>
        </p:nvSpPr>
        <p:spPr/>
        <p:txBody>
          <a:bodyPr/>
          <a:lstStyle/>
          <a:p>
            <a:fld id="{8CF08CA4-D9C5-4472-8FBF-7DFA91021E4F}" type="slidenum">
              <a:rPr lang="en-US" smtClean="0"/>
              <a:t>‹#›</a:t>
            </a:fld>
            <a:endParaRPr lang="en-US"/>
          </a:p>
        </p:txBody>
      </p:sp>
      <p:sp>
        <p:nvSpPr>
          <p:cNvPr id="10" name="Footer Placeholder 9"/>
          <p:cNvSpPr>
            <a:spLocks noGrp="1"/>
          </p:cNvSpPr>
          <p:nvPr>
            <p:ph type="ftr" sz="quarter" idx="12"/>
          </p:nvPr>
        </p:nvSpPr>
        <p:spPr/>
        <p:txBody>
          <a:bodyPr/>
          <a:lstStyle/>
          <a:p>
            <a:endParaRPr lang="en-US"/>
          </a:p>
        </p:txBody>
      </p:sp>
      <p:sp>
        <p:nvSpPr>
          <p:cNvPr id="11" name="Title 10"/>
          <p:cNvSpPr>
            <a:spLocks noGrp="1"/>
          </p:cNvSpPr>
          <p:nvPr>
            <p:ph type="title"/>
          </p:nvPr>
        </p:nvSpPr>
        <p:spPr/>
        <p:txBody>
          <a:bodyPr/>
          <a:lstStyle/>
          <a:p>
            <a:r>
              <a:rPr lang="en-US" smtClean="0"/>
              <a:t>Click to edit Master title style</a:t>
            </a:r>
            <a:endParaRPr lang="en-US" dirty="0"/>
          </a:p>
        </p:txBody>
      </p:sp>
      <p:sp>
        <p:nvSpPr>
          <p:cNvPr id="5" name="Content Placeholder 4"/>
          <p:cNvSpPr>
            <a:spLocks noGrp="1"/>
          </p:cNvSpPr>
          <p:nvPr>
            <p:ph sz="quarter" idx="13"/>
          </p:nvPr>
        </p:nvSpPr>
        <p:spPr>
          <a:xfrm>
            <a:off x="1792224" y="658368"/>
            <a:ext cx="4364736" cy="3429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6"/>
          <p:cNvSpPr>
            <a:spLocks noGrp="1"/>
          </p:cNvSpPr>
          <p:nvPr>
            <p:ph sz="quarter" idx="14"/>
          </p:nvPr>
        </p:nvSpPr>
        <p:spPr>
          <a:xfrm>
            <a:off x="6705600" y="658369"/>
            <a:ext cx="4364736" cy="34321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8160" y="661976"/>
            <a:ext cx="4364736" cy="639762"/>
          </a:xfrm>
        </p:spPr>
        <p:txBody>
          <a:bodyPr anchor="ctr">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792224" y="1371600"/>
            <a:ext cx="4368800" cy="2743200"/>
          </a:xfrm>
        </p:spPr>
        <p:txBody>
          <a:bodyPr anchor="t"/>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705600" y="661976"/>
            <a:ext cx="4364736" cy="639762"/>
          </a:xfrm>
        </p:spPr>
        <p:txBody>
          <a:bodyPr anchor="ctr">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705600" y="1371600"/>
            <a:ext cx="4364736" cy="2743200"/>
          </a:xfrm>
        </p:spPr>
        <p:txBody>
          <a:bodyPr anchor="t"/>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TextBox 12"/>
          <p:cNvSpPr txBox="1"/>
          <p:nvPr/>
        </p:nvSpPr>
        <p:spPr>
          <a:xfrm>
            <a:off x="1408853" y="520192"/>
            <a:ext cx="609600" cy="923330"/>
          </a:xfrm>
          <a:prstGeom prst="rect">
            <a:avLst/>
          </a:prstGeom>
          <a:noFill/>
        </p:spPr>
        <p:txBody>
          <a:bodyPr wrap="square" lIns="0" tIns="0" rIns="0" bIns="0" rtlCol="0" anchor="t" anchorCtr="0">
            <a:spAutoFit/>
          </a:bodyPr>
          <a:lstStyle/>
          <a:p>
            <a:r>
              <a:rPr lang="en-US" sz="6000" dirty="0" smtClean="0">
                <a:effectLst>
                  <a:outerShdw blurRad="38100" dist="38100" dir="2700000" algn="tl">
                    <a:srgbClr val="000000">
                      <a:alpha val="43137"/>
                    </a:srgbClr>
                  </a:outerShdw>
                </a:effectLst>
                <a:latin typeface="+mn-lt"/>
              </a:rPr>
              <a:t>{</a:t>
            </a:r>
            <a:endParaRPr lang="en-US" sz="6000" dirty="0">
              <a:effectLst>
                <a:outerShdw blurRad="38100" dist="38100" dir="2700000" algn="tl">
                  <a:srgbClr val="000000">
                    <a:alpha val="43137"/>
                  </a:srgbClr>
                </a:outerShdw>
              </a:effectLst>
              <a:latin typeface="+mn-lt"/>
            </a:endParaRPr>
          </a:p>
        </p:txBody>
      </p:sp>
      <p:sp>
        <p:nvSpPr>
          <p:cNvPr id="18" name="TextBox 17"/>
          <p:cNvSpPr txBox="1"/>
          <p:nvPr/>
        </p:nvSpPr>
        <p:spPr>
          <a:xfrm>
            <a:off x="6373707" y="520192"/>
            <a:ext cx="609600" cy="923330"/>
          </a:xfrm>
          <a:prstGeom prst="rect">
            <a:avLst/>
          </a:prstGeom>
          <a:noFill/>
        </p:spPr>
        <p:txBody>
          <a:bodyPr wrap="square" lIns="0" tIns="0" rIns="0" bIns="0" rtlCol="0" anchor="t" anchorCtr="0">
            <a:spAutoFit/>
          </a:bodyPr>
          <a:lstStyle/>
          <a:p>
            <a:r>
              <a:rPr lang="en-US" sz="6000" dirty="0" smtClean="0">
                <a:effectLst>
                  <a:outerShdw blurRad="38100" dist="38100" dir="2700000" algn="tl">
                    <a:srgbClr val="000000">
                      <a:alpha val="43137"/>
                    </a:srgbClr>
                  </a:outerShdw>
                </a:effectLst>
                <a:latin typeface="+mn-lt"/>
              </a:rPr>
              <a:t>{</a:t>
            </a:r>
            <a:endParaRPr lang="en-US" sz="6000" dirty="0">
              <a:effectLst>
                <a:outerShdw blurRad="38100" dist="38100" dir="2700000" algn="tl">
                  <a:srgbClr val="000000">
                    <a:alpha val="43137"/>
                  </a:srgbClr>
                </a:outerShdw>
              </a:effectLst>
              <a:latin typeface="+mn-lt"/>
            </a:endParaRPr>
          </a:p>
        </p:txBody>
      </p:sp>
      <p:sp>
        <p:nvSpPr>
          <p:cNvPr id="12" name="Title 11"/>
          <p:cNvSpPr>
            <a:spLocks noGrp="1"/>
          </p:cNvSpPr>
          <p:nvPr>
            <p:ph type="title"/>
          </p:nvPr>
        </p:nvSpPr>
        <p:spPr/>
        <p:txBody>
          <a:bodyPr/>
          <a:lstStyle/>
          <a:p>
            <a:r>
              <a:rPr lang="en-US" smtClean="0"/>
              <a:t>Click to edit Master title style</a:t>
            </a:r>
            <a:endParaRPr lang="en-US" dirty="0"/>
          </a:p>
        </p:txBody>
      </p:sp>
      <p:sp>
        <p:nvSpPr>
          <p:cNvPr id="14" name="Date Placeholder 13"/>
          <p:cNvSpPr>
            <a:spLocks noGrp="1"/>
          </p:cNvSpPr>
          <p:nvPr>
            <p:ph type="dt" sz="half" idx="10"/>
          </p:nvPr>
        </p:nvSpPr>
        <p:spPr/>
        <p:txBody>
          <a:bodyPr/>
          <a:lstStyle/>
          <a:p>
            <a:fld id="{92A59E04-BC48-4C3C-B2CF-95287A202A10}" type="datetimeFigureOut">
              <a:rPr lang="en-US" smtClean="0"/>
              <a:t>2/16/2025</a:t>
            </a:fld>
            <a:endParaRPr lang="en-US"/>
          </a:p>
        </p:txBody>
      </p:sp>
      <p:sp>
        <p:nvSpPr>
          <p:cNvPr id="15" name="Slide Number Placeholder 14"/>
          <p:cNvSpPr>
            <a:spLocks noGrp="1"/>
          </p:cNvSpPr>
          <p:nvPr>
            <p:ph type="sldNum" sz="quarter" idx="11"/>
          </p:nvPr>
        </p:nvSpPr>
        <p:spPr/>
        <p:txBody>
          <a:bodyPr/>
          <a:lstStyle/>
          <a:p>
            <a:fld id="{8CF08CA4-D9C5-4472-8FBF-7DFA91021E4F}" type="slidenum">
              <a:rPr lang="en-US" smtClean="0"/>
              <a:t>‹#›</a:t>
            </a:fld>
            <a:endParaRPr lang="en-US"/>
          </a:p>
        </p:txBody>
      </p:sp>
      <p:sp>
        <p:nvSpPr>
          <p:cNvPr id="16" name="Footer Placeholder 15"/>
          <p:cNvSpPr>
            <a:spLocks noGrp="1"/>
          </p:cNvSpPr>
          <p:nvPr>
            <p:ph type="ftr" sz="quarter" idx="12"/>
          </p:nvPr>
        </p:nvSpPr>
        <p:spPr/>
        <p:txBody>
          <a:bodyPr/>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a:p>
        </p:txBody>
      </p:sp>
      <p:sp>
        <p:nvSpPr>
          <p:cNvPr id="7" name="Date Placeholder 6"/>
          <p:cNvSpPr>
            <a:spLocks noGrp="1"/>
          </p:cNvSpPr>
          <p:nvPr>
            <p:ph type="dt" sz="half" idx="10"/>
          </p:nvPr>
        </p:nvSpPr>
        <p:spPr/>
        <p:txBody>
          <a:bodyPr/>
          <a:lstStyle/>
          <a:p>
            <a:fld id="{92A59E04-BC48-4C3C-B2CF-95287A202A10}" type="datetimeFigureOut">
              <a:rPr lang="en-US" smtClean="0"/>
              <a:t>2/16/2025</a:t>
            </a:fld>
            <a:endParaRPr lang="en-US"/>
          </a:p>
        </p:txBody>
      </p:sp>
      <p:sp>
        <p:nvSpPr>
          <p:cNvPr id="8" name="Slide Number Placeholder 7"/>
          <p:cNvSpPr>
            <a:spLocks noGrp="1"/>
          </p:cNvSpPr>
          <p:nvPr>
            <p:ph type="sldNum" sz="quarter" idx="11"/>
          </p:nvPr>
        </p:nvSpPr>
        <p:spPr/>
        <p:txBody>
          <a:bodyPr/>
          <a:lstStyle/>
          <a:p>
            <a:fld id="{8CF08CA4-D9C5-4472-8FBF-7DFA91021E4F}" type="slidenum">
              <a:rPr lang="en-US" smtClean="0"/>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92A59E04-BC48-4C3C-B2CF-95287A202A10}" type="datetimeFigureOut">
              <a:rPr lang="en-US" smtClean="0"/>
              <a:t>2/16/2025</a:t>
            </a:fld>
            <a:endParaRPr lang="en-US"/>
          </a:p>
        </p:txBody>
      </p:sp>
      <p:sp>
        <p:nvSpPr>
          <p:cNvPr id="6" name="Slide Number Placeholder 5"/>
          <p:cNvSpPr>
            <a:spLocks noGrp="1"/>
          </p:cNvSpPr>
          <p:nvPr>
            <p:ph type="sldNum" sz="quarter" idx="11"/>
          </p:nvPr>
        </p:nvSpPr>
        <p:spPr/>
        <p:txBody>
          <a:bodyPr/>
          <a:lstStyle/>
          <a:p>
            <a:fld id="{8CF08CA4-D9C5-4472-8FBF-7DFA91021E4F}" type="slidenum">
              <a:rPr lang="en-US" smtClean="0"/>
              <a:t>‹#›</a:t>
            </a:fld>
            <a:endParaRPr lang="en-US"/>
          </a:p>
        </p:txBody>
      </p:sp>
      <p:sp>
        <p:nvSpPr>
          <p:cNvPr id="7" name="Footer Placeholder 6"/>
          <p:cNvSpPr>
            <a:spLocks noGrp="1"/>
          </p:cNvSpPr>
          <p:nvPr>
            <p:ph type="ftr" sz="quarter" idx="12"/>
          </p:nvPr>
        </p:nvSpPr>
        <p:spPr/>
        <p:txBody>
          <a:bodyPr/>
          <a:lstStyle/>
          <a:p>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TextBox 8"/>
          <p:cNvSpPr txBox="1"/>
          <p:nvPr/>
        </p:nvSpPr>
        <p:spPr>
          <a:xfrm>
            <a:off x="7105227" y="1774588"/>
            <a:ext cx="609600" cy="1231106"/>
          </a:xfrm>
          <a:prstGeom prst="rect">
            <a:avLst/>
          </a:prstGeom>
          <a:noFill/>
        </p:spPr>
        <p:txBody>
          <a:bodyPr wrap="square" lIns="0" tIns="0" rIns="0" bIns="0" rtlCol="0" anchor="t" anchorCtr="0">
            <a:spAutoFit/>
          </a:bodyPr>
          <a:lstStyle/>
          <a:p>
            <a:r>
              <a:rPr lang="en-US" sz="8000" dirty="0" smtClean="0">
                <a:effectLst>
                  <a:outerShdw blurRad="38100" dist="38100" dir="2700000" algn="tl">
                    <a:srgbClr val="000000">
                      <a:alpha val="43137"/>
                    </a:srgbClr>
                  </a:outerShdw>
                </a:effectLst>
                <a:latin typeface="+mn-lt"/>
              </a:rPr>
              <a:t>{</a:t>
            </a:r>
            <a:endParaRPr lang="en-US" sz="8000" dirty="0">
              <a:effectLst>
                <a:outerShdw blurRad="38100" dist="38100" dir="2700000" algn="tl">
                  <a:srgbClr val="000000">
                    <a:alpha val="43137"/>
                  </a:srgbClr>
                </a:outerShdw>
              </a:effectLst>
              <a:latin typeface="+mn-lt"/>
            </a:endParaRPr>
          </a:p>
        </p:txBody>
      </p:sp>
      <p:sp>
        <p:nvSpPr>
          <p:cNvPr id="3" name="Content Placeholder 2"/>
          <p:cNvSpPr>
            <a:spLocks noGrp="1"/>
          </p:cNvSpPr>
          <p:nvPr>
            <p:ph idx="1"/>
          </p:nvPr>
        </p:nvSpPr>
        <p:spPr>
          <a:xfrm>
            <a:off x="1117600" y="685801"/>
            <a:ext cx="5791200" cy="3429000"/>
          </a:xfrm>
        </p:spPr>
        <p:txBody>
          <a:bodyPr anchor="ctr"/>
          <a:lstStyle>
            <a:lvl1pPr>
              <a:defRPr sz="2400"/>
            </a:lvl1pPr>
            <a:lvl2pPr>
              <a:defRPr sz="22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620000" y="685801"/>
            <a:ext cx="3454400" cy="3429000"/>
          </a:xfrm>
        </p:spPr>
        <p:txBody>
          <a:bodyPr anchor="ct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5" name="Date Placeholder 14"/>
          <p:cNvSpPr>
            <a:spLocks noGrp="1"/>
          </p:cNvSpPr>
          <p:nvPr>
            <p:ph type="dt" sz="half" idx="10"/>
          </p:nvPr>
        </p:nvSpPr>
        <p:spPr/>
        <p:txBody>
          <a:bodyPr/>
          <a:lstStyle/>
          <a:p>
            <a:fld id="{92A59E04-BC48-4C3C-B2CF-95287A202A10}" type="datetimeFigureOut">
              <a:rPr lang="en-US" smtClean="0"/>
              <a:t>2/16/2025</a:t>
            </a:fld>
            <a:endParaRPr lang="en-US"/>
          </a:p>
        </p:txBody>
      </p:sp>
      <p:sp>
        <p:nvSpPr>
          <p:cNvPr id="16" name="Slide Number Placeholder 15"/>
          <p:cNvSpPr>
            <a:spLocks noGrp="1"/>
          </p:cNvSpPr>
          <p:nvPr>
            <p:ph type="sldNum" sz="quarter" idx="11"/>
          </p:nvPr>
        </p:nvSpPr>
        <p:spPr/>
        <p:txBody>
          <a:bodyPr/>
          <a:lstStyle/>
          <a:p>
            <a:fld id="{8CF08CA4-D9C5-4472-8FBF-7DFA91021E4F}" type="slidenum">
              <a:rPr lang="en-US" smtClean="0"/>
              <a:t>‹#›</a:t>
            </a:fld>
            <a:endParaRPr lang="en-US"/>
          </a:p>
        </p:txBody>
      </p:sp>
      <p:sp>
        <p:nvSpPr>
          <p:cNvPr id="17" name="Footer Placeholder 16"/>
          <p:cNvSpPr>
            <a:spLocks noGrp="1"/>
          </p:cNvSpPr>
          <p:nvPr>
            <p:ph type="ftr" sz="quarter" idx="12"/>
          </p:nvPr>
        </p:nvSpPr>
        <p:spPr/>
        <p:txBody>
          <a:bodyPr/>
          <a:lstStyle/>
          <a:p>
            <a:endParaRPr lang="en-US"/>
          </a:p>
        </p:txBody>
      </p:sp>
      <p:sp>
        <p:nvSpPr>
          <p:cNvPr id="18" name="Title 17"/>
          <p:cNvSpPr>
            <a:spLocks noGrp="1"/>
          </p:cNvSpPr>
          <p:nvPr>
            <p:ph type="title"/>
          </p:nvPr>
        </p:nvSpPr>
        <p:spPr/>
        <p:txBody>
          <a:bodyPr/>
          <a:lstStyle/>
          <a:p>
            <a:r>
              <a:rPr lang="en-US" smtClean="0"/>
              <a:t>Click to edit Master title style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625600" y="612776"/>
            <a:ext cx="8940800" cy="2546985"/>
          </a:xfrm>
          <a:effectLst>
            <a:outerShdw blurRad="152400" dist="317500" dir="5400000" sx="90000" sy="-19000" rotWithShape="0">
              <a:prstClr val="black">
                <a:alpha val="15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3657600" y="3453047"/>
            <a:ext cx="6705600" cy="720804"/>
          </a:xfrm>
        </p:spPr>
        <p:txBody>
          <a:bodyPr anchor="ct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Box 8"/>
          <p:cNvSpPr txBox="1"/>
          <p:nvPr/>
        </p:nvSpPr>
        <p:spPr>
          <a:xfrm>
            <a:off x="3247136" y="3331464"/>
            <a:ext cx="609600" cy="923330"/>
          </a:xfrm>
          <a:prstGeom prst="rect">
            <a:avLst/>
          </a:prstGeom>
          <a:noFill/>
        </p:spPr>
        <p:txBody>
          <a:bodyPr wrap="square" lIns="0" tIns="0" rIns="0" bIns="0" rtlCol="0" anchor="t" anchorCtr="0">
            <a:spAutoFit/>
          </a:bodyPr>
          <a:lstStyle/>
          <a:p>
            <a:r>
              <a:rPr lang="en-US" sz="6000" dirty="0" smtClean="0">
                <a:effectLst>
                  <a:outerShdw blurRad="38100" dist="38100" dir="2700000" algn="tl">
                    <a:srgbClr val="000000">
                      <a:alpha val="43137"/>
                    </a:srgbClr>
                  </a:outerShdw>
                </a:effectLst>
                <a:latin typeface="+mn-lt"/>
              </a:rPr>
              <a:t>{</a:t>
            </a:r>
            <a:endParaRPr lang="en-US" sz="6000" dirty="0">
              <a:effectLst>
                <a:outerShdw blurRad="38100" dist="38100" dir="2700000" algn="tl">
                  <a:srgbClr val="000000">
                    <a:alpha val="43137"/>
                  </a:srgbClr>
                </a:outerShdw>
              </a:effectLst>
              <a:latin typeface="+mn-lt"/>
            </a:endParaRPr>
          </a:p>
        </p:txBody>
      </p:sp>
      <p:sp>
        <p:nvSpPr>
          <p:cNvPr id="11" name="Title 10"/>
          <p:cNvSpPr>
            <a:spLocks noGrp="1"/>
          </p:cNvSpPr>
          <p:nvPr>
            <p:ph type="title"/>
          </p:nvPr>
        </p:nvSpPr>
        <p:spPr/>
        <p:txBody>
          <a:bodyPr/>
          <a:lstStyle/>
          <a:p>
            <a:r>
              <a:rPr lang="en-US" smtClean="0"/>
              <a:t>Click to edit Master title style</a:t>
            </a:r>
            <a:endParaRPr lang="en-US"/>
          </a:p>
        </p:txBody>
      </p:sp>
      <p:sp>
        <p:nvSpPr>
          <p:cNvPr id="13" name="Date Placeholder 12"/>
          <p:cNvSpPr>
            <a:spLocks noGrp="1"/>
          </p:cNvSpPr>
          <p:nvPr>
            <p:ph type="dt" sz="half" idx="10"/>
          </p:nvPr>
        </p:nvSpPr>
        <p:spPr/>
        <p:txBody>
          <a:bodyPr/>
          <a:lstStyle/>
          <a:p>
            <a:fld id="{92A59E04-BC48-4C3C-B2CF-95287A202A10}" type="datetimeFigureOut">
              <a:rPr lang="en-US" smtClean="0"/>
              <a:t>2/16/2025</a:t>
            </a:fld>
            <a:endParaRPr lang="en-US"/>
          </a:p>
        </p:txBody>
      </p:sp>
      <p:sp>
        <p:nvSpPr>
          <p:cNvPr id="14" name="Slide Number Placeholder 13"/>
          <p:cNvSpPr>
            <a:spLocks noGrp="1"/>
          </p:cNvSpPr>
          <p:nvPr>
            <p:ph type="sldNum" sz="quarter" idx="11"/>
          </p:nvPr>
        </p:nvSpPr>
        <p:spPr/>
        <p:txBody>
          <a:bodyPr/>
          <a:lstStyle/>
          <a:p>
            <a:fld id="{8CF08CA4-D9C5-4472-8FBF-7DFA91021E4F}" type="slidenum">
              <a:rPr lang="en-US" smtClean="0"/>
              <a:t>‹#›</a:t>
            </a:fld>
            <a:endParaRPr lang="en-US"/>
          </a:p>
        </p:txBody>
      </p:sp>
      <p:sp>
        <p:nvSpPr>
          <p:cNvPr id="15" name="Footer Placeholder 14"/>
          <p:cNvSpPr>
            <a:spLocks noGrp="1"/>
          </p:cNvSpPr>
          <p:nvPr>
            <p:ph type="ftr"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844800" y="685802"/>
            <a:ext cx="7721600" cy="3505199"/>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2A59E04-BC48-4C3C-B2CF-95287A202A10}" type="datetimeFigureOut">
              <a:rPr lang="en-US" smtClean="0"/>
              <a:t>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F08CA4-D9C5-4472-8FBF-7DFA91021E4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12800" y="609601"/>
            <a:ext cx="2844800" cy="51816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3860800" y="685801"/>
            <a:ext cx="6705600" cy="45720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2A59E04-BC48-4C3C-B2CF-95287A202A10}" type="datetimeFigureOut">
              <a:rPr lang="en-US" smtClean="0"/>
              <a:t>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F08CA4-D9C5-4472-8FBF-7DFA91021E4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gradFill>
            <a:gsLst>
              <a:gs pos="0">
                <a:schemeClr val="accent6">
                  <a:lumMod val="50000"/>
                  <a:alpha val="36000"/>
                </a:schemeClr>
              </a:gs>
              <a:gs pos="100000">
                <a:schemeClr val="bg2">
                  <a:alpha val="1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rot="19724275">
            <a:off x="1830961" y="1038441"/>
            <a:ext cx="9654160" cy="5706987"/>
          </a:xfrm>
          <a:prstGeom prst="ellipse">
            <a:avLst/>
          </a:prstGeom>
          <a:gradFill flip="none" rotWithShape="1">
            <a:gsLst>
              <a:gs pos="0">
                <a:schemeClr val="accent6">
                  <a:lumMod val="60000"/>
                  <a:lumOff val="40000"/>
                  <a:alpha val="7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rot="17656910">
            <a:off x="557464" y="419133"/>
            <a:ext cx="5538472" cy="5973945"/>
          </a:xfrm>
          <a:prstGeom prst="ellipse">
            <a:avLst/>
          </a:prstGeom>
          <a:gradFill flip="none" rotWithShape="1">
            <a:gsLst>
              <a:gs pos="0">
                <a:schemeClr val="accent6">
                  <a:lumMod val="60000"/>
                  <a:lumOff val="40000"/>
                  <a:alpha val="8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rot="19724275">
            <a:off x="4370607" y="116855"/>
            <a:ext cx="8639149" cy="4754757"/>
          </a:xfrm>
          <a:prstGeom prst="ellipse">
            <a:avLst/>
          </a:prstGeom>
          <a:gradFill flip="none" rotWithShape="1">
            <a:gsLst>
              <a:gs pos="0">
                <a:schemeClr val="accent6">
                  <a:lumMod val="60000"/>
                  <a:lumOff val="40000"/>
                  <a:alpha val="8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36320" y="4876800"/>
            <a:ext cx="10058400" cy="91440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2844800" y="685802"/>
            <a:ext cx="8128000" cy="3657599"/>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229600" y="6154739"/>
            <a:ext cx="2844800" cy="365125"/>
          </a:xfrm>
          <a:prstGeom prst="rect">
            <a:avLst/>
          </a:prstGeom>
        </p:spPr>
        <p:txBody>
          <a:bodyPr vert="horz" lIns="91440" tIns="45720" rIns="91440" bIns="45720" rtlCol="0" anchor="t"/>
          <a:lstStyle>
            <a:lvl1pPr algn="r">
              <a:defRPr sz="1100">
                <a:solidFill>
                  <a:schemeClr val="tx1">
                    <a:alpha val="60000"/>
                  </a:schemeClr>
                </a:solidFill>
                <a:effectLst/>
              </a:defRPr>
            </a:lvl1pPr>
          </a:lstStyle>
          <a:p>
            <a:fld id="{92A59E04-BC48-4C3C-B2CF-95287A202A10}" type="datetimeFigureOut">
              <a:rPr lang="en-US" smtClean="0"/>
              <a:t>2/16/2025</a:t>
            </a:fld>
            <a:endParaRPr lang="en-US"/>
          </a:p>
        </p:txBody>
      </p:sp>
      <p:sp>
        <p:nvSpPr>
          <p:cNvPr id="5" name="Footer Placeholder 4"/>
          <p:cNvSpPr>
            <a:spLocks noGrp="1"/>
          </p:cNvSpPr>
          <p:nvPr>
            <p:ph type="ftr" sz="quarter" idx="3"/>
          </p:nvPr>
        </p:nvSpPr>
        <p:spPr>
          <a:xfrm>
            <a:off x="1097280" y="6154739"/>
            <a:ext cx="6096000" cy="365125"/>
          </a:xfrm>
          <a:prstGeom prst="rect">
            <a:avLst/>
          </a:prstGeom>
        </p:spPr>
        <p:txBody>
          <a:bodyPr vert="horz" lIns="91440" tIns="45720" rIns="91440" bIns="45720" rtlCol="0" anchor="t"/>
          <a:lstStyle>
            <a:lvl1pPr algn="l">
              <a:defRPr sz="1100">
                <a:solidFill>
                  <a:schemeClr val="tx1">
                    <a:alpha val="60000"/>
                  </a:schemeClr>
                </a:solidFill>
                <a:effectLst/>
              </a:defRPr>
            </a:lvl1pPr>
          </a:lstStyle>
          <a:p>
            <a:endParaRPr lang="en-US"/>
          </a:p>
        </p:txBody>
      </p:sp>
      <p:sp>
        <p:nvSpPr>
          <p:cNvPr id="6" name="Slide Number Placeholder 5"/>
          <p:cNvSpPr>
            <a:spLocks noGrp="1"/>
          </p:cNvSpPr>
          <p:nvPr>
            <p:ph type="sldNum" sz="quarter" idx="4"/>
          </p:nvPr>
        </p:nvSpPr>
        <p:spPr>
          <a:xfrm>
            <a:off x="1097280" y="5842000"/>
            <a:ext cx="2844800" cy="304800"/>
          </a:xfrm>
          <a:prstGeom prst="rect">
            <a:avLst/>
          </a:prstGeom>
        </p:spPr>
        <p:txBody>
          <a:bodyPr vert="horz" lIns="91440" tIns="45720" rIns="91440" bIns="9144" rtlCol="0" anchor="b"/>
          <a:lstStyle>
            <a:lvl1pPr algn="l">
              <a:defRPr sz="1600">
                <a:solidFill>
                  <a:schemeClr val="tx1">
                    <a:alpha val="60000"/>
                  </a:schemeClr>
                </a:solidFill>
                <a:effectLst/>
              </a:defRPr>
            </a:lvl1pPr>
          </a:lstStyle>
          <a:p>
            <a:fld id="{8CF08CA4-D9C5-4472-8FBF-7DFA91021E4F}"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Lst>
  <p:txStyles>
    <p:titleStyle>
      <a:lvl1pPr algn="l" defTabSz="914400" rtl="0" eaLnBrk="1" latinLnBrk="0" hangingPunct="1">
        <a:spcBef>
          <a:spcPct val="0"/>
        </a:spcBef>
        <a:buNone/>
        <a:defRPr sz="4900" kern="1200">
          <a:solidFill>
            <a:schemeClr val="tx1"/>
          </a:solidFill>
          <a:effectLst>
            <a:outerShdw blurRad="38100" dist="38100" dir="2700000" algn="tl">
              <a:srgbClr val="000000">
                <a:alpha val="43137"/>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56032" algn="l" defTabSz="914400" rtl="0" eaLnBrk="1" latinLnBrk="0" hangingPunct="1">
        <a:spcBef>
          <a:spcPct val="20000"/>
        </a:spcBef>
        <a:spcAft>
          <a:spcPts val="0"/>
        </a:spcAft>
        <a:buSzPct val="60000"/>
        <a:buFont typeface="Wingdings" pitchFamily="2" charset="2"/>
        <a:buChar char=""/>
        <a:defRPr sz="2100" kern="1200">
          <a:solidFill>
            <a:schemeClr val="tx1"/>
          </a:solidFill>
          <a:effectLst>
            <a:outerShdw blurRad="38100" dist="38100" dir="2700000" algn="tl">
              <a:srgbClr val="000000">
                <a:alpha val="43137"/>
              </a:srgbClr>
            </a:outerShdw>
          </a:effectLst>
          <a:latin typeface="+mn-lt"/>
          <a:ea typeface="+mn-ea"/>
          <a:cs typeface="+mn-cs"/>
        </a:defRPr>
      </a:lvl1pPr>
      <a:lvl2pPr marL="640080" indent="-256032" algn="l" defTabSz="914400" rtl="0" eaLnBrk="1" latinLnBrk="0" hangingPunct="1">
        <a:spcBef>
          <a:spcPct val="20000"/>
        </a:spcBef>
        <a:buSzPct val="60000"/>
        <a:buFont typeface="Wingdings" pitchFamily="2" charset="2"/>
        <a:buChar char=""/>
        <a:defRPr sz="1900" kern="1200">
          <a:solidFill>
            <a:schemeClr val="tx1"/>
          </a:solidFill>
          <a:effectLst>
            <a:outerShdw blurRad="38100" dist="38100" dir="2700000" algn="tl">
              <a:srgbClr val="000000">
                <a:alpha val="43137"/>
              </a:srgbClr>
            </a:outerShdw>
          </a:effectLst>
          <a:latin typeface="+mn-lt"/>
          <a:ea typeface="+mn-ea"/>
          <a:cs typeface="+mn-cs"/>
        </a:defRPr>
      </a:lvl2pPr>
      <a:lvl3pPr marL="1005840" indent="-256032" algn="l" defTabSz="914400" rtl="0" eaLnBrk="1" latinLnBrk="0" hangingPunct="1">
        <a:spcBef>
          <a:spcPct val="20000"/>
        </a:spcBef>
        <a:buSzPct val="60000"/>
        <a:buFont typeface="Wingdings" pitchFamily="2" charset="2"/>
        <a:buChar char=""/>
        <a:defRPr sz="1700" kern="1200">
          <a:solidFill>
            <a:schemeClr val="tx1"/>
          </a:solidFill>
          <a:effectLst>
            <a:outerShdw blurRad="38100" dist="38100" dir="2700000" algn="tl">
              <a:srgbClr val="000000">
                <a:alpha val="43137"/>
              </a:srgbClr>
            </a:outerShdw>
          </a:effectLst>
          <a:latin typeface="+mn-lt"/>
          <a:ea typeface="+mn-ea"/>
          <a:cs typeface="+mn-cs"/>
        </a:defRPr>
      </a:lvl3pPr>
      <a:lvl4pPr marL="1371600" indent="-256032" algn="l" defTabSz="914400" rtl="0" eaLnBrk="1" latinLnBrk="0" hangingPunct="1">
        <a:spcBef>
          <a:spcPct val="20000"/>
        </a:spcBef>
        <a:buSzPct val="60000"/>
        <a:buFont typeface="Wingdings" pitchFamily="2" charset="2"/>
        <a:buChar char=""/>
        <a:defRPr sz="1600" kern="1200">
          <a:solidFill>
            <a:schemeClr val="tx1"/>
          </a:solidFill>
          <a:effectLst>
            <a:outerShdw blurRad="38100" dist="38100" dir="2700000" algn="tl">
              <a:srgbClr val="000000">
                <a:alpha val="43137"/>
              </a:srgbClr>
            </a:outerShdw>
          </a:effectLst>
          <a:latin typeface="+mn-lt"/>
          <a:ea typeface="+mn-ea"/>
          <a:cs typeface="+mn-cs"/>
        </a:defRPr>
      </a:lvl4pPr>
      <a:lvl5pPr marL="1645920" indent="-256032" algn="l" defTabSz="914400" rtl="0" eaLnBrk="1" latinLnBrk="0" hangingPunct="1">
        <a:spcBef>
          <a:spcPct val="20000"/>
        </a:spcBef>
        <a:buSzPct val="60000"/>
        <a:buFont typeface="Wingdings" pitchFamily="2" charset="2"/>
        <a:buChar char=""/>
        <a:defRPr sz="1500" kern="1200">
          <a:solidFill>
            <a:schemeClr val="tx1"/>
          </a:solidFill>
          <a:effectLst>
            <a:outerShdw blurRad="38100" dist="38100" dir="2700000" algn="tl">
              <a:srgbClr val="000000">
                <a:alpha val="43137"/>
              </a:srgbClr>
            </a:outerShdw>
          </a:effectLst>
          <a:latin typeface="+mn-lt"/>
          <a:ea typeface="+mn-ea"/>
          <a:cs typeface="+mn-cs"/>
        </a:defRPr>
      </a:lvl5pPr>
      <a:lvl6pPr marL="196596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6pPr>
      <a:lvl7pPr marL="224028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7pPr>
      <a:lvl8pPr marL="251460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8pPr>
      <a:lvl9pPr marL="283464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www.geeksforgeeks.org/android-how-to-create-start-a-new-project-in-android-studio/" TargetMode="External"/><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a:stretch>
            <a:fillRect/>
          </a:stretch>
        </p:blipFill>
        <p:spPr>
          <a:xfrm>
            <a:off x="7" y="10"/>
            <a:ext cx="12191984" cy="6857991"/>
          </a:xfrm>
          <a:prstGeom prst="rect">
            <a:avLst/>
          </a:prstGeom>
        </p:spPr>
      </p:pic>
      <p:sp>
        <p:nvSpPr>
          <p:cNvPr id="6" name="Rectangle 5"/>
          <p:cNvSpPr/>
          <p:nvPr/>
        </p:nvSpPr>
        <p:spPr>
          <a:xfrm>
            <a:off x="0" y="0"/>
            <a:ext cx="12192000" cy="6858000"/>
          </a:xfrm>
          <a:prstGeom prst="rect">
            <a:avLst/>
          </a:prstGeom>
          <a:gradFill flip="none" rotWithShape="1">
            <a:gsLst>
              <a:gs pos="0">
                <a:schemeClr val="accent4">
                  <a:lumMod val="0"/>
                  <a:lumOff val="100000"/>
                </a:schemeClr>
              </a:gs>
              <a:gs pos="35000">
                <a:schemeClr val="accent4">
                  <a:lumMod val="0"/>
                  <a:lumOff val="100000"/>
                  <a:alpha val="54000"/>
                </a:schemeClr>
              </a:gs>
              <a:gs pos="100000">
                <a:schemeClr val="accent4">
                  <a:lumMod val="100000"/>
                </a:schemeClr>
              </a:gs>
            </a:gsLst>
            <a:path path="circle">
              <a:fillToRect l="50000" t="-80000" r="50000" b="18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p:nvCxnSpPr>
        <p:spPr>
          <a:xfrm rot="254895">
            <a:off x="1244259" y="1587490"/>
            <a:ext cx="1378634" cy="3101380"/>
          </a:xfrm>
          <a:prstGeom prst="line">
            <a:avLst/>
          </a:prstGeom>
          <a:ln w="76200" cap="rnd">
            <a:solidFill>
              <a:schemeClr val="bg1"/>
            </a:solidFill>
            <a:round/>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254895" flipV="1">
            <a:off x="1414026" y="953161"/>
            <a:ext cx="1347430" cy="640621"/>
          </a:xfrm>
          <a:prstGeom prst="line">
            <a:avLst/>
          </a:prstGeom>
          <a:ln w="76200" cap="rnd">
            <a:solidFill>
              <a:schemeClr val="bg1"/>
            </a:solidFill>
            <a:round/>
          </a:ln>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rot="254895" flipV="1">
            <a:off x="2528004" y="4145838"/>
            <a:ext cx="1347430" cy="640621"/>
          </a:xfrm>
          <a:prstGeom prst="line">
            <a:avLst/>
          </a:prstGeom>
          <a:ln w="76200" cap="rnd">
            <a:solidFill>
              <a:schemeClr val="bg1"/>
            </a:solidFill>
            <a:round/>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rot="254895">
            <a:off x="2781579" y="1021138"/>
            <a:ext cx="434003" cy="871580"/>
          </a:xfrm>
          <a:prstGeom prst="line">
            <a:avLst/>
          </a:prstGeom>
          <a:ln w="76200" cap="rnd">
            <a:solidFill>
              <a:schemeClr val="bg1"/>
            </a:solidFill>
            <a:round/>
            <a:tailEnd type="ova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254895">
            <a:off x="3531651" y="3347833"/>
            <a:ext cx="428346" cy="836383"/>
          </a:xfrm>
          <a:prstGeom prst="line">
            <a:avLst/>
          </a:prstGeom>
          <a:ln w="76200" cap="rnd">
            <a:solidFill>
              <a:schemeClr val="bg1"/>
            </a:solidFill>
            <a:round/>
            <a:headEnd type="oval"/>
            <a:tailEnd type="non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145302" y="1610122"/>
            <a:ext cx="8474028" cy="1862048"/>
          </a:xfrm>
          <a:prstGeom prst="rect">
            <a:avLst/>
          </a:prstGeom>
          <a:noFill/>
        </p:spPr>
        <p:txBody>
          <a:bodyPr wrap="square" rtlCol="0">
            <a:spAutoFit/>
          </a:bodyPr>
          <a:lstStyle/>
          <a:p>
            <a:r>
              <a:rPr lang="en-US" sz="11500" spc="600" dirty="0">
                <a:solidFill>
                  <a:schemeClr val="bg1"/>
                </a:solidFill>
                <a:effectLst>
                  <a:outerShdw blurRad="50800" dist="38100" dir="5400000" algn="t" rotWithShape="0">
                    <a:prstClr val="black">
                      <a:alpha val="40000"/>
                    </a:prstClr>
                  </a:outerShdw>
                </a:effectLst>
                <a:latin typeface="Aptos" panose="020B0004020202020204" pitchFamily="34" charset="0"/>
              </a:rPr>
              <a:t>WELCOME</a:t>
            </a:r>
          </a:p>
        </p:txBody>
      </p:sp>
      <p:sp>
        <p:nvSpPr>
          <p:cNvPr id="25" name="Arrow: Right 24">
            <a:hlinkClick r:id="" action="ppaction://hlinkshowjump?jump=nextslide"/>
          </p:cNvPr>
          <p:cNvSpPr/>
          <p:nvPr/>
        </p:nvSpPr>
        <p:spPr>
          <a:xfrm>
            <a:off x="10743027" y="2321170"/>
            <a:ext cx="1172308" cy="438026"/>
          </a:xfrm>
          <a:prstGeom prst="rightArrow">
            <a:avLst/>
          </a:prstGeom>
          <a:solidFill>
            <a:schemeClr val="bg1"/>
          </a:solidFill>
          <a:ln>
            <a:noFill/>
          </a:ln>
          <a:scene3d>
            <a:camera prst="orthographicFront"/>
            <a:lightRig rig="threePt" dir="t"/>
          </a:scene3d>
          <a:sp3d>
            <a:bevelT w="101600" prst="ribl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1131280" y="5767141"/>
            <a:ext cx="9636369" cy="920252"/>
          </a:xfrm>
          <a:prstGeom prst="rect">
            <a:avLst/>
          </a:prstGeom>
          <a:noFill/>
        </p:spPr>
        <p:txBody>
          <a:bodyPr wrap="square" rtlCol="0">
            <a:spAutoFit/>
          </a:bodyPr>
          <a:lstStyle/>
          <a:p>
            <a:pPr indent="0" algn="ctr">
              <a:lnSpc>
                <a:spcPct val="150000"/>
              </a:lnSpc>
              <a:buFont typeface="Arial" panose="020B0604020202020204" pitchFamily="34" charset="0"/>
              <a:buNone/>
            </a:pPr>
            <a:r>
              <a:rPr lang="en-US" sz="4000" dirty="0">
                <a:solidFill>
                  <a:schemeClr val="bg1"/>
                </a:solidFill>
                <a:latin typeface="Calibri" panose="020F0502020204030204" pitchFamily="34" charset="0"/>
                <a:cs typeface="Calibri" panose="020F0502020204030204" pitchFamily="34" charset="0"/>
              </a:rPr>
              <a:t>Mobile And Application Development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7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right)">
                                      <p:cBhvr>
                                        <p:cTn id="12" dur="75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75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75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down)">
                                      <p:cBhvr>
                                        <p:cTn id="27" dur="75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left)">
                                      <p:cBhvr>
                                        <p:cTn id="32" dur="1000"/>
                                        <p:tgtEl>
                                          <p:spTgt spid="21"/>
                                        </p:tgtEl>
                                      </p:cBhvr>
                                    </p:animEffect>
                                  </p:childTnLst>
                                </p:cTn>
                              </p:par>
                            </p:childTnLst>
                          </p:cTn>
                        </p:par>
                        <p:par>
                          <p:cTn id="33" fill="hold">
                            <p:stCondLst>
                              <p:cond delay="1000"/>
                            </p:stCondLst>
                            <p:childTnLst>
                              <p:par>
                                <p:cTn id="34" presetID="26" presetClass="emph" presetSubtype="0" repeatCount="indefinite" fill="hold" grpId="1" nodeType="afterEffect">
                                  <p:stCondLst>
                                    <p:cond delay="0"/>
                                  </p:stCondLst>
                                  <p:endCondLst>
                                    <p:cond evt="onNext" delay="0">
                                      <p:tgtEl>
                                        <p:sldTgt/>
                                      </p:tgtEl>
                                    </p:cond>
                                  </p:endCondLst>
                                  <p:childTnLst>
                                    <p:animEffect transition="out" filter="fade">
                                      <p:cBhvr>
                                        <p:cTn id="35" dur="1000" tmFilter="0, 0; .2, .5; .8, .5; 1, 0"/>
                                        <p:tgtEl>
                                          <p:spTgt spid="21"/>
                                        </p:tgtEl>
                                      </p:cBhvr>
                                    </p:animEffect>
                                    <p:animScale>
                                      <p:cBhvr>
                                        <p:cTn id="36" dur="500" autoRev="1" fill="hold"/>
                                        <p:tgtEl>
                                          <p:spTgt spid="21"/>
                                        </p:tgtEl>
                                      </p:cBhvr>
                                      <p:by x="105000" y="105000"/>
                                    </p:animScale>
                                  </p:childTnLst>
                                </p:cTn>
                              </p:par>
                            </p:childTnLst>
                          </p:cTn>
                        </p:par>
                        <p:par>
                          <p:cTn id="37" fill="hold">
                            <p:stCondLst>
                              <p:cond delay="2000"/>
                            </p:stCondLst>
                            <p:childTnLst>
                              <p:par>
                                <p:cTn id="38" presetID="2" presetClass="entr" presetSubtype="4" fill="hold" grpId="0" nodeType="afterEffect">
                                  <p:stCondLst>
                                    <p:cond delay="0"/>
                                  </p:stCondLst>
                                  <p:childTnLst>
                                    <p:set>
                                      <p:cBhvr>
                                        <p:cTn id="39" dur="1" fill="hold">
                                          <p:stCondLst>
                                            <p:cond delay="0"/>
                                          </p:stCondLst>
                                        </p:cTn>
                                        <p:tgtEl>
                                          <p:spTgt spid="26"/>
                                        </p:tgtEl>
                                        <p:attrNameLst>
                                          <p:attrName>style.visibility</p:attrName>
                                        </p:attrNameLst>
                                      </p:cBhvr>
                                      <p:to>
                                        <p:strVal val="visible"/>
                                      </p:to>
                                    </p:set>
                                    <p:anim calcmode="lin" valueType="num">
                                      <p:cBhvr additive="base">
                                        <p:cTn id="40" dur="500" fill="hold"/>
                                        <p:tgtEl>
                                          <p:spTgt spid="26"/>
                                        </p:tgtEl>
                                        <p:attrNameLst>
                                          <p:attrName>ppt_x</p:attrName>
                                        </p:attrNameLst>
                                      </p:cBhvr>
                                      <p:tavLst>
                                        <p:tav tm="0">
                                          <p:val>
                                            <p:strVal val="#ppt_x"/>
                                          </p:val>
                                        </p:tav>
                                        <p:tav tm="100000">
                                          <p:val>
                                            <p:strVal val="#ppt_x"/>
                                          </p:val>
                                        </p:tav>
                                      </p:tavLst>
                                    </p:anim>
                                    <p:anim calcmode="lin" valueType="num">
                                      <p:cBhvr additive="base">
                                        <p:cTn id="41" dur="500" fill="hold"/>
                                        <p:tgtEl>
                                          <p:spTgt spid="26"/>
                                        </p:tgtEl>
                                        <p:attrNameLst>
                                          <p:attrName>ppt_y</p:attrName>
                                        </p:attrNameLst>
                                      </p:cBhvr>
                                      <p:tavLst>
                                        <p:tav tm="0">
                                          <p:val>
                                            <p:strVal val="1+#ppt_h/2"/>
                                          </p:val>
                                        </p:tav>
                                        <p:tav tm="100000">
                                          <p:val>
                                            <p:strVal val="#ppt_y"/>
                                          </p:val>
                                        </p:tav>
                                      </p:tavLst>
                                    </p:anim>
                                  </p:childTnLst>
                                </p:cTn>
                              </p:par>
                            </p:childTnLst>
                          </p:cTn>
                        </p:par>
                        <p:par>
                          <p:cTn id="42" fill="hold">
                            <p:stCondLst>
                              <p:cond delay="2500"/>
                            </p:stCondLst>
                            <p:childTnLst>
                              <p:par>
                                <p:cTn id="43" presetID="22" presetClass="entr" presetSubtype="8" fill="hold" grpId="0" nodeType="after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wipe(left)">
                                      <p:cBhvr>
                                        <p:cTn id="4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1" grpId="1"/>
      <p:bldP spid="25" grpId="0" animBg="1"/>
      <p:bldP spid="2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6753" y="1757038"/>
            <a:ext cx="11887200" cy="923330"/>
          </a:xfrm>
          <a:prstGeom prst="rect">
            <a:avLst/>
          </a:prstGeom>
          <a:solidFill>
            <a:schemeClr val="bg1">
              <a:lumMod val="95000"/>
              <a:lumOff val="5000"/>
            </a:schemeClr>
          </a:solidFill>
        </p:spPr>
        <p:txBody>
          <a:bodyPr wrap="square" rtlCol="0">
            <a:spAutoFit/>
          </a:bodyPr>
          <a:lstStyle/>
          <a:p>
            <a:pPr algn="ctr" fontAlgn="base"/>
            <a:r>
              <a:rPr lang="en-US" sz="5400" b="1" dirty="0"/>
              <a:t>What are Threads in Android</a:t>
            </a:r>
          </a:p>
        </p:txBody>
      </p:sp>
      <p:sp>
        <p:nvSpPr>
          <p:cNvPr id="3" name="TextBox 2"/>
          <p:cNvSpPr txBox="1"/>
          <p:nvPr/>
        </p:nvSpPr>
        <p:spPr>
          <a:xfrm>
            <a:off x="196753" y="2707969"/>
            <a:ext cx="11887200" cy="2308324"/>
          </a:xfrm>
          <a:prstGeom prst="rect">
            <a:avLst/>
          </a:prstGeom>
          <a:solidFill>
            <a:schemeClr val="accent2"/>
          </a:solidFill>
        </p:spPr>
        <p:txBody>
          <a:bodyPr wrap="square" rtlCol="0">
            <a:spAutoFit/>
          </a:bodyPr>
          <a:lstStyle/>
          <a:p>
            <a:pPr indent="0" algn="ctr">
              <a:lnSpc>
                <a:spcPct val="150000"/>
              </a:lnSpc>
              <a:buFont typeface="Arial" panose="020B0604020202020204" pitchFamily="34" charset="0"/>
              <a:buNone/>
            </a:pPr>
            <a:r>
              <a:rPr lang="en-US" sz="3200" dirty="0" smtClean="0">
                <a:latin typeface="Calibri" panose="020F0502020204030204" pitchFamily="34" charset="0"/>
                <a:cs typeface="Calibri" panose="020F0502020204030204" pitchFamily="34" charset="0"/>
              </a:rPr>
              <a:t>Mobile And Application Development</a:t>
            </a:r>
          </a:p>
          <a:p>
            <a:pPr indent="0" algn="ctr">
              <a:lnSpc>
                <a:spcPct val="150000"/>
              </a:lnSpc>
              <a:buFont typeface="Arial" panose="020B0604020202020204" pitchFamily="34" charset="0"/>
              <a:buNone/>
            </a:pPr>
            <a:r>
              <a:rPr lang="en-US" sz="3200" dirty="0" smtClean="0">
                <a:latin typeface="Calibri" panose="020F0502020204030204" pitchFamily="34" charset="0"/>
                <a:cs typeface="Calibri" panose="020F0502020204030204" pitchFamily="34" charset="0"/>
              </a:rPr>
              <a:t>Practical</a:t>
            </a:r>
            <a:r>
              <a:rPr lang="en-US" sz="3200" dirty="0">
                <a:latin typeface="Calibri" panose="020F0502020204030204" pitchFamily="34" charset="0"/>
                <a:cs typeface="Calibri" panose="020F0502020204030204" pitchFamily="34" charset="0"/>
              </a:rPr>
              <a:t> </a:t>
            </a:r>
            <a:endParaRPr lang="en-US" sz="3200" dirty="0" smtClean="0">
              <a:latin typeface="Calibri" panose="020F0502020204030204" pitchFamily="34" charset="0"/>
              <a:cs typeface="Calibri" panose="020F0502020204030204" pitchFamily="34" charset="0"/>
            </a:endParaRPr>
          </a:p>
          <a:p>
            <a:pPr indent="0" algn="ctr">
              <a:lnSpc>
                <a:spcPct val="150000"/>
              </a:lnSpc>
              <a:buFont typeface="Arial" panose="020B0604020202020204" pitchFamily="34" charset="0"/>
              <a:buNone/>
            </a:pPr>
            <a:endParaRPr lang="en-US" sz="3200" dirty="0">
              <a:latin typeface="Calibri" panose="020F0502020204030204" pitchFamily="34" charset="0"/>
              <a:cs typeface="Calibri" panose="020F0502020204030204" pitchFamily="34" charset="0"/>
            </a:endParaRPr>
          </a:p>
        </p:txBody>
      </p:sp>
      <p:sp>
        <p:nvSpPr>
          <p:cNvPr id="5" name="Rectangle 4"/>
          <p:cNvSpPr/>
          <p:nvPr/>
        </p:nvSpPr>
        <p:spPr>
          <a:xfrm>
            <a:off x="10666484" y="55490"/>
            <a:ext cx="1493669" cy="971667"/>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Flowchart: Alternate Process 5"/>
          <p:cNvSpPr/>
          <p:nvPr/>
        </p:nvSpPr>
        <p:spPr>
          <a:xfrm>
            <a:off x="1674254" y="5151549"/>
            <a:ext cx="8474298" cy="1197736"/>
          </a:xfrm>
          <a:prstGeom prst="flowChartAlternateProcess">
            <a:avLst/>
          </a:prstGeom>
        </p:spPr>
        <p:style>
          <a:lnRef idx="2">
            <a:schemeClr val="dk1"/>
          </a:lnRef>
          <a:fillRef idx="1">
            <a:schemeClr val="lt1"/>
          </a:fillRef>
          <a:effectRef idx="0">
            <a:schemeClr val="dk1"/>
          </a:effectRef>
          <a:fontRef idx="minor">
            <a:schemeClr val="dk1"/>
          </a:fontRef>
        </p:style>
        <p:txBody>
          <a:bodyPr rtlCol="0" anchor="ctr">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a:r>
              <a:rPr lang="en-US" sz="3200" b="1" i="1" cap="all" dirty="0" smtClean="0">
                <a:ln/>
                <a:solidFill>
                  <a:srgbClr val="FF0000"/>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Instructor: Muhammad Naeem Khan</a:t>
            </a:r>
            <a:endParaRPr lang="en-US" sz="3200" b="1" i="1" cap="all" dirty="0">
              <a:ln/>
              <a:solidFill>
                <a:srgbClr val="FF0000"/>
              </a:solidFill>
              <a:effectLst>
                <a:outerShdw blurRad="19685" dist="12700" dir="5400000" algn="tl" rotWithShape="0">
                  <a:schemeClr val="accent1">
                    <a:satMod val="130000"/>
                    <a:alpha val="60000"/>
                  </a:schemeClr>
                </a:outerShdw>
                <a:reflection blurRad="10000" stA="55000" endPos="48000" dist="500" dir="5400000" sy="-100000" algn="bl" rotWithShape="0"/>
              </a:effectLst>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down)">
                                      <p:cBhvr>
                                        <p:cTn id="25" dur="580">
                                          <p:stCondLst>
                                            <p:cond delay="0"/>
                                          </p:stCondLst>
                                        </p:cTn>
                                        <p:tgtEl>
                                          <p:spTgt spid="2"/>
                                        </p:tgtEl>
                                      </p:cBhvr>
                                    </p:animEffect>
                                    <p:anim calcmode="lin" valueType="num">
                                      <p:cBhvr>
                                        <p:cTn id="26"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31" dur="26">
                                          <p:stCondLst>
                                            <p:cond delay="650"/>
                                          </p:stCondLst>
                                        </p:cTn>
                                        <p:tgtEl>
                                          <p:spTgt spid="2"/>
                                        </p:tgtEl>
                                      </p:cBhvr>
                                      <p:to x="100000" y="60000"/>
                                    </p:animScale>
                                    <p:animScale>
                                      <p:cBhvr>
                                        <p:cTn id="32" dur="166" decel="50000">
                                          <p:stCondLst>
                                            <p:cond delay="676"/>
                                          </p:stCondLst>
                                        </p:cTn>
                                        <p:tgtEl>
                                          <p:spTgt spid="2"/>
                                        </p:tgtEl>
                                      </p:cBhvr>
                                      <p:to x="100000" y="100000"/>
                                    </p:animScale>
                                    <p:animScale>
                                      <p:cBhvr>
                                        <p:cTn id="33" dur="26">
                                          <p:stCondLst>
                                            <p:cond delay="1312"/>
                                          </p:stCondLst>
                                        </p:cTn>
                                        <p:tgtEl>
                                          <p:spTgt spid="2"/>
                                        </p:tgtEl>
                                      </p:cBhvr>
                                      <p:to x="100000" y="80000"/>
                                    </p:animScale>
                                    <p:animScale>
                                      <p:cBhvr>
                                        <p:cTn id="34" dur="166" decel="50000">
                                          <p:stCondLst>
                                            <p:cond delay="1338"/>
                                          </p:stCondLst>
                                        </p:cTn>
                                        <p:tgtEl>
                                          <p:spTgt spid="2"/>
                                        </p:tgtEl>
                                      </p:cBhvr>
                                      <p:to x="100000" y="100000"/>
                                    </p:animScale>
                                    <p:animScale>
                                      <p:cBhvr>
                                        <p:cTn id="35" dur="26">
                                          <p:stCondLst>
                                            <p:cond delay="1642"/>
                                          </p:stCondLst>
                                        </p:cTn>
                                        <p:tgtEl>
                                          <p:spTgt spid="2"/>
                                        </p:tgtEl>
                                      </p:cBhvr>
                                      <p:to x="100000" y="90000"/>
                                    </p:animScale>
                                    <p:animScale>
                                      <p:cBhvr>
                                        <p:cTn id="36" dur="166" decel="50000">
                                          <p:stCondLst>
                                            <p:cond delay="1668"/>
                                          </p:stCondLst>
                                        </p:cTn>
                                        <p:tgtEl>
                                          <p:spTgt spid="2"/>
                                        </p:tgtEl>
                                      </p:cBhvr>
                                      <p:to x="100000" y="100000"/>
                                    </p:animScale>
                                    <p:animScale>
                                      <p:cBhvr>
                                        <p:cTn id="37" dur="26">
                                          <p:stCondLst>
                                            <p:cond delay="1808"/>
                                          </p:stCondLst>
                                        </p:cTn>
                                        <p:tgtEl>
                                          <p:spTgt spid="2"/>
                                        </p:tgtEl>
                                      </p:cBhvr>
                                      <p:to x="100000" y="95000"/>
                                    </p:animScale>
                                    <p:animScale>
                                      <p:cBhvr>
                                        <p:cTn id="38" dur="166" decel="50000">
                                          <p:stCondLst>
                                            <p:cond delay="1834"/>
                                          </p:stCondLst>
                                        </p:cTn>
                                        <p:tgtEl>
                                          <p:spTgt spid="2"/>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6" presetClass="entr" presetSubtype="16"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circle(in)">
                                      <p:cBhvr>
                                        <p:cTn id="43"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b="1" dirty="0" smtClean="0">
                <a:latin typeface="Arial" panose="020B0604020202020204" pitchFamily="34" charset="0"/>
                <a:cs typeface="Arial" panose="020B0604020202020204" pitchFamily="34" charset="0"/>
              </a:rPr>
              <a:t>Android Google Map</a:t>
            </a:r>
            <a:endParaRPr lang="en-US" sz="3600" dirty="0">
              <a:latin typeface="Calibri" panose="020F0502020204030204" pitchFamily="34" charset="0"/>
              <a:cs typeface="Calibri" panose="020F0502020204030204" pitchFamily="34" charset="0"/>
            </a:endParaRPr>
          </a:p>
        </p:txBody>
      </p:sp>
      <p:sp>
        <p:nvSpPr>
          <p:cNvPr id="3" name="TextBox 2"/>
          <p:cNvSpPr txBox="1"/>
          <p:nvPr/>
        </p:nvSpPr>
        <p:spPr>
          <a:xfrm>
            <a:off x="130388" y="1184856"/>
            <a:ext cx="11814869" cy="5016758"/>
          </a:xfrm>
          <a:prstGeom prst="rect">
            <a:avLst/>
          </a:prstGeom>
          <a:noFill/>
        </p:spPr>
        <p:txBody>
          <a:bodyPr wrap="square" rtlCol="0">
            <a:spAutoFit/>
          </a:bodyPr>
          <a:lstStyle/>
          <a:p>
            <a:pPr fontAlgn="base"/>
            <a:r>
              <a:rPr lang="en-US" sz="2000" dirty="0"/>
              <a:t>Android provides facility to integrate Google map in our application. Google map displays your current location, navigate location direction, search location etc. We can also customize Google map according to our requirement</a:t>
            </a:r>
            <a:r>
              <a:rPr lang="en-US" sz="2000" dirty="0" smtClean="0"/>
              <a:t>.</a:t>
            </a:r>
          </a:p>
          <a:p>
            <a:r>
              <a:rPr lang="en-US" sz="2000" dirty="0"/>
              <a:t>Types of Google Maps</a:t>
            </a:r>
          </a:p>
          <a:p>
            <a:r>
              <a:rPr lang="en-US" sz="2000" dirty="0"/>
              <a:t>There are four different types of Google maps, as well as an optional to no map at all. Each of them gives different view on map. These maps are as follow:</a:t>
            </a:r>
          </a:p>
          <a:p>
            <a:pPr marL="342900" indent="-342900">
              <a:buFont typeface="Wingdings" panose="05000000000000000000" pitchFamily="2" charset="2"/>
              <a:buChar char="q"/>
            </a:pPr>
            <a:r>
              <a:rPr lang="en-US" sz="2000" b="1" dirty="0"/>
              <a:t>Normal:</a:t>
            </a:r>
            <a:r>
              <a:rPr lang="en-US" sz="2000" dirty="0"/>
              <a:t> This type of map displays typical road map, natural features like river and some features build by humans.</a:t>
            </a:r>
          </a:p>
          <a:p>
            <a:pPr marL="342900" indent="-342900">
              <a:buFont typeface="Wingdings" panose="05000000000000000000" pitchFamily="2" charset="2"/>
              <a:buChar char="q"/>
            </a:pPr>
            <a:r>
              <a:rPr lang="en-US" sz="2000" b="1" dirty="0"/>
              <a:t>Hybrid:</a:t>
            </a:r>
            <a:r>
              <a:rPr lang="en-US" sz="2000" dirty="0"/>
              <a:t> This type of map displays satellite photograph data with typical road maps. It also displays road and feature labels.</a:t>
            </a:r>
          </a:p>
          <a:p>
            <a:pPr marL="342900" indent="-342900">
              <a:buFont typeface="Wingdings" panose="05000000000000000000" pitchFamily="2" charset="2"/>
              <a:buChar char="q"/>
            </a:pPr>
            <a:r>
              <a:rPr lang="en-US" sz="2000" b="1" dirty="0"/>
              <a:t>Satellite:</a:t>
            </a:r>
            <a:r>
              <a:rPr lang="en-US" sz="2000" dirty="0"/>
              <a:t> Satellite type displays satellite photograph data, but doesn't display road and feature labels.</a:t>
            </a:r>
          </a:p>
          <a:p>
            <a:pPr marL="342900" indent="-342900">
              <a:buFont typeface="Wingdings" panose="05000000000000000000" pitchFamily="2" charset="2"/>
              <a:buChar char="q"/>
            </a:pPr>
            <a:r>
              <a:rPr lang="en-US" sz="2000" b="1" dirty="0"/>
              <a:t>Terrain:</a:t>
            </a:r>
            <a:r>
              <a:rPr lang="en-US" sz="2000" dirty="0"/>
              <a:t> This type displays photographic data. This includes colors, contour lines and labels and perspective shading.</a:t>
            </a:r>
          </a:p>
          <a:p>
            <a:pPr marL="342900" indent="-342900">
              <a:buFont typeface="Wingdings" panose="05000000000000000000" pitchFamily="2" charset="2"/>
              <a:buChar char="q"/>
            </a:pPr>
            <a:r>
              <a:rPr lang="en-US" sz="2000" b="1" dirty="0"/>
              <a:t>None:</a:t>
            </a:r>
            <a:r>
              <a:rPr lang="en-US" sz="2000" dirty="0"/>
              <a:t> This type displays an empty grid with no tiles loaded.</a:t>
            </a:r>
          </a:p>
          <a:p>
            <a:pPr fontAlgn="base"/>
            <a:endParaRPr lang="en-US" sz="2000" dirty="0"/>
          </a:p>
        </p:txBody>
      </p:sp>
    </p:spTree>
    <p:extLst>
      <p:ext uri="{BB962C8B-B14F-4D97-AF65-F5344CB8AC3E}">
        <p14:creationId xmlns:p14="http://schemas.microsoft.com/office/powerpoint/2010/main" val="2178553323"/>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b="1" dirty="0" smtClean="0">
                <a:latin typeface="Arial" panose="020B0604020202020204" pitchFamily="34" charset="0"/>
                <a:cs typeface="Arial" panose="020B0604020202020204" pitchFamily="34" charset="0"/>
              </a:rPr>
              <a:t>Android Google Map</a:t>
            </a:r>
            <a:endParaRPr lang="en-US" sz="3600" dirty="0">
              <a:latin typeface="Calibri" panose="020F0502020204030204" pitchFamily="34" charset="0"/>
              <a:cs typeface="Calibri" panose="020F0502020204030204" pitchFamily="34" charset="0"/>
            </a:endParaRPr>
          </a:p>
        </p:txBody>
      </p:sp>
      <p:sp>
        <p:nvSpPr>
          <p:cNvPr id="3" name="TextBox 2"/>
          <p:cNvSpPr txBox="1"/>
          <p:nvPr/>
        </p:nvSpPr>
        <p:spPr>
          <a:xfrm>
            <a:off x="130388" y="1184856"/>
            <a:ext cx="11814869" cy="1938992"/>
          </a:xfrm>
          <a:prstGeom prst="rect">
            <a:avLst/>
          </a:prstGeom>
          <a:noFill/>
        </p:spPr>
        <p:txBody>
          <a:bodyPr wrap="square" rtlCol="0">
            <a:spAutoFit/>
          </a:bodyPr>
          <a:lstStyle/>
          <a:p>
            <a:r>
              <a:rPr lang="en-US" sz="2000" dirty="0"/>
              <a:t>Syntax of different types of </a:t>
            </a:r>
            <a:r>
              <a:rPr lang="en-US" sz="2000" dirty="0" smtClean="0"/>
              <a:t>map</a:t>
            </a:r>
            <a:r>
              <a:rPr lang="en-US" sz="2000" dirty="0"/>
              <a:t/>
            </a:r>
            <a:br>
              <a:rPr lang="en-US" sz="2000" dirty="0"/>
            </a:br>
            <a:r>
              <a:rPr lang="en-US" sz="2000" dirty="0" err="1"/>
              <a:t>googleMap.setMapType</a:t>
            </a:r>
            <a:r>
              <a:rPr lang="en-US" sz="2000" dirty="0"/>
              <a:t>(</a:t>
            </a:r>
            <a:r>
              <a:rPr lang="en-US" sz="2000" dirty="0" err="1"/>
              <a:t>GoogleMap.MAP_TYPE_NORMAL</a:t>
            </a:r>
            <a:r>
              <a:rPr lang="en-US" sz="2000" dirty="0"/>
              <a:t>);  </a:t>
            </a:r>
          </a:p>
          <a:p>
            <a:r>
              <a:rPr lang="en-US" sz="2000" dirty="0" err="1"/>
              <a:t>googleMap.setMapType</a:t>
            </a:r>
            <a:r>
              <a:rPr lang="en-US" sz="2000" dirty="0"/>
              <a:t>(</a:t>
            </a:r>
            <a:r>
              <a:rPr lang="en-US" sz="2000" dirty="0" err="1"/>
              <a:t>GoogleMap.MAP_TYPE_HYBRID</a:t>
            </a:r>
            <a:r>
              <a:rPr lang="en-US" sz="2000" dirty="0"/>
              <a:t>);  </a:t>
            </a:r>
          </a:p>
          <a:p>
            <a:r>
              <a:rPr lang="en-US" sz="2000" dirty="0" err="1"/>
              <a:t>googleMap.setMapType</a:t>
            </a:r>
            <a:r>
              <a:rPr lang="en-US" sz="2000" dirty="0"/>
              <a:t>(</a:t>
            </a:r>
            <a:r>
              <a:rPr lang="en-US" sz="2000" dirty="0" err="1"/>
              <a:t>GoogleMap.MAP_TYPE_SATELLITE</a:t>
            </a:r>
            <a:r>
              <a:rPr lang="en-US" sz="2000" dirty="0"/>
              <a:t>);  </a:t>
            </a:r>
          </a:p>
          <a:p>
            <a:r>
              <a:rPr lang="en-US" sz="2000" dirty="0" err="1"/>
              <a:t>googleMap.setMapType</a:t>
            </a:r>
            <a:r>
              <a:rPr lang="en-US" sz="2000" dirty="0"/>
              <a:t>(</a:t>
            </a:r>
            <a:r>
              <a:rPr lang="en-US" sz="2000" dirty="0" err="1"/>
              <a:t>GoogleMap.MAP_TYPE_TERRAIN</a:t>
            </a:r>
            <a:r>
              <a:rPr lang="en-US" sz="2000" dirty="0"/>
              <a:t>);  </a:t>
            </a:r>
          </a:p>
          <a:p>
            <a:endParaRPr lang="en-US" sz="2000" dirty="0"/>
          </a:p>
        </p:txBody>
      </p:sp>
    </p:spTree>
    <p:extLst>
      <p:ext uri="{BB962C8B-B14F-4D97-AF65-F5344CB8AC3E}">
        <p14:creationId xmlns:p14="http://schemas.microsoft.com/office/powerpoint/2010/main" val="162013571"/>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b="1" dirty="0" smtClean="0">
                <a:latin typeface="Arial" panose="020B0604020202020204" pitchFamily="34" charset="0"/>
                <a:cs typeface="Arial" panose="020B0604020202020204" pitchFamily="34" charset="0"/>
              </a:rPr>
              <a:t>Methods of Google map</a:t>
            </a:r>
            <a:endParaRPr lang="en-US" sz="3600" dirty="0">
              <a:latin typeface="Calibri" panose="020F0502020204030204" pitchFamily="34" charset="0"/>
              <a:cs typeface="Calibri" panose="020F0502020204030204" pitchFamily="34" charset="0"/>
            </a:endParaRPr>
          </a:p>
        </p:txBody>
      </p:sp>
      <p:sp>
        <p:nvSpPr>
          <p:cNvPr id="3" name="TextBox 2"/>
          <p:cNvSpPr txBox="1"/>
          <p:nvPr/>
        </p:nvSpPr>
        <p:spPr>
          <a:xfrm>
            <a:off x="130388" y="1184856"/>
            <a:ext cx="11814869" cy="1015663"/>
          </a:xfrm>
          <a:prstGeom prst="rect">
            <a:avLst/>
          </a:prstGeom>
          <a:noFill/>
        </p:spPr>
        <p:txBody>
          <a:bodyPr wrap="square" rtlCol="0">
            <a:spAutoFit/>
          </a:bodyPr>
          <a:lstStyle/>
          <a:p>
            <a:r>
              <a:rPr lang="en-US" sz="2000" dirty="0"/>
              <a:t>Google map API provides several methods that help to customize Google map. These methods are as following:</a:t>
            </a:r>
            <a:r>
              <a:rPr lang="en-US" sz="2000" dirty="0"/>
              <a:t/>
            </a:r>
            <a:br>
              <a:rPr lang="en-US" sz="2000" dirty="0"/>
            </a:br>
            <a:endParaRPr lang="en-US" sz="2000" dirty="0"/>
          </a:p>
        </p:txBody>
      </p:sp>
      <p:graphicFrame>
        <p:nvGraphicFramePr>
          <p:cNvPr id="2" name="Table 1"/>
          <p:cNvGraphicFramePr>
            <a:graphicFrameLocks noGrp="1"/>
          </p:cNvGraphicFramePr>
          <p:nvPr>
            <p:extLst>
              <p:ext uri="{D42A27DB-BD31-4B8C-83A1-F6EECF244321}">
                <p14:modId xmlns:p14="http://schemas.microsoft.com/office/powerpoint/2010/main" val="1224056045"/>
              </p:ext>
            </p:extLst>
          </p:nvPr>
        </p:nvGraphicFramePr>
        <p:xfrm>
          <a:off x="258618" y="1994286"/>
          <a:ext cx="11517746" cy="4242810"/>
        </p:xfrm>
        <a:graphic>
          <a:graphicData uri="http://schemas.openxmlformats.org/drawingml/2006/table">
            <a:tbl>
              <a:tblPr firstRow="1" bandRow="1">
                <a:tableStyleId>{5C22544A-7EE6-4342-B048-85BDC9FD1C3A}</a:tableStyleId>
              </a:tblPr>
              <a:tblGrid>
                <a:gridCol w="5758873"/>
                <a:gridCol w="5758873"/>
              </a:tblGrid>
              <a:tr h="568146">
                <a:tc>
                  <a:txBody>
                    <a:bodyPr/>
                    <a:lstStyle/>
                    <a:p>
                      <a:pPr algn="l" fontAlgn="t"/>
                      <a:r>
                        <a:rPr lang="en-US">
                          <a:solidFill>
                            <a:srgbClr val="FFFFFF"/>
                          </a:solidFill>
                          <a:effectLst/>
                        </a:rPr>
                        <a:t>Methods</a:t>
                      </a:r>
                    </a:p>
                  </a:txBody>
                  <a:tcPr marL="95250" marR="95250" marT="95250" marB="95250"/>
                </a:tc>
                <a:tc>
                  <a:txBody>
                    <a:bodyPr/>
                    <a:lstStyle/>
                    <a:p>
                      <a:pPr algn="l" fontAlgn="t"/>
                      <a:r>
                        <a:rPr lang="en-US">
                          <a:solidFill>
                            <a:srgbClr val="FFFFFF"/>
                          </a:solidFill>
                          <a:effectLst/>
                        </a:rPr>
                        <a:t>Description</a:t>
                      </a:r>
                    </a:p>
                  </a:txBody>
                  <a:tcPr marL="95250" marR="95250" marT="95250" marB="95250"/>
                </a:tc>
              </a:tr>
              <a:tr h="568146">
                <a:tc>
                  <a:txBody>
                    <a:bodyPr/>
                    <a:lstStyle/>
                    <a:p>
                      <a:r>
                        <a:rPr lang="en-US">
                          <a:effectLst/>
                        </a:rPr>
                        <a:t>addCircle(CircleOptions options)</a:t>
                      </a:r>
                    </a:p>
                  </a:txBody>
                  <a:tcPr marL="76200" marR="76200" marT="76200" marB="76200" anchor="ctr"/>
                </a:tc>
                <a:tc>
                  <a:txBody>
                    <a:bodyPr/>
                    <a:lstStyle/>
                    <a:p>
                      <a:r>
                        <a:rPr lang="en-US">
                          <a:effectLst/>
                        </a:rPr>
                        <a:t>This method add circle to map.</a:t>
                      </a:r>
                    </a:p>
                  </a:txBody>
                  <a:tcPr marL="76200" marR="76200" marT="76200" marB="76200" anchor="ctr"/>
                </a:tc>
              </a:tr>
              <a:tr h="568146">
                <a:tc>
                  <a:txBody>
                    <a:bodyPr/>
                    <a:lstStyle/>
                    <a:p>
                      <a:r>
                        <a:rPr lang="en-US">
                          <a:effectLst/>
                        </a:rPr>
                        <a:t>addPolygon(PolygonOptions options)</a:t>
                      </a:r>
                    </a:p>
                  </a:txBody>
                  <a:tcPr marL="76200" marR="76200" marT="76200" marB="76200" anchor="ctr"/>
                </a:tc>
                <a:tc>
                  <a:txBody>
                    <a:bodyPr/>
                    <a:lstStyle/>
                    <a:p>
                      <a:r>
                        <a:rPr lang="en-US">
                          <a:effectLst/>
                        </a:rPr>
                        <a:t>This method add polygon to map.</a:t>
                      </a:r>
                    </a:p>
                  </a:txBody>
                  <a:tcPr marL="76200" marR="76200" marT="76200" marB="76200" anchor="ctr"/>
                </a:tc>
              </a:tr>
              <a:tr h="568146">
                <a:tc>
                  <a:txBody>
                    <a:bodyPr/>
                    <a:lstStyle/>
                    <a:p>
                      <a:r>
                        <a:rPr lang="en-US">
                          <a:effectLst/>
                        </a:rPr>
                        <a:t>addTileOverlay(TileOverlayOptions options)</a:t>
                      </a:r>
                    </a:p>
                  </a:txBody>
                  <a:tcPr marL="76200" marR="76200" marT="76200" marB="76200" anchor="ctr"/>
                </a:tc>
                <a:tc>
                  <a:txBody>
                    <a:bodyPr/>
                    <a:lstStyle/>
                    <a:p>
                      <a:r>
                        <a:rPr lang="en-US">
                          <a:effectLst/>
                        </a:rPr>
                        <a:t>This method add tile overlay to the map.</a:t>
                      </a:r>
                    </a:p>
                  </a:txBody>
                  <a:tcPr marL="76200" marR="76200" marT="76200" marB="76200" anchor="ctr"/>
                </a:tc>
              </a:tr>
              <a:tr h="568146">
                <a:tc>
                  <a:txBody>
                    <a:bodyPr/>
                    <a:lstStyle/>
                    <a:p>
                      <a:r>
                        <a:rPr lang="en-US">
                          <a:effectLst/>
                        </a:rPr>
                        <a:t>animateCamera(CameraUpdate update)</a:t>
                      </a:r>
                    </a:p>
                  </a:txBody>
                  <a:tcPr marL="76200" marR="76200" marT="76200" marB="76200" anchor="ctr"/>
                </a:tc>
                <a:tc>
                  <a:txBody>
                    <a:bodyPr/>
                    <a:lstStyle/>
                    <a:p>
                      <a:r>
                        <a:rPr lang="en-US">
                          <a:effectLst/>
                        </a:rPr>
                        <a:t>This method moves the map according to the update with an animation.</a:t>
                      </a:r>
                    </a:p>
                  </a:txBody>
                  <a:tcPr marL="76200" marR="76200" marT="76200" marB="76200" anchor="ctr"/>
                </a:tc>
              </a:tr>
              <a:tr h="568146">
                <a:tc>
                  <a:txBody>
                    <a:bodyPr/>
                    <a:lstStyle/>
                    <a:p>
                      <a:r>
                        <a:rPr lang="en-US">
                          <a:effectLst/>
                        </a:rPr>
                        <a:t>clear()</a:t>
                      </a:r>
                    </a:p>
                  </a:txBody>
                  <a:tcPr marL="76200" marR="76200" marT="76200" marB="76200" anchor="ctr"/>
                </a:tc>
                <a:tc>
                  <a:txBody>
                    <a:bodyPr/>
                    <a:lstStyle/>
                    <a:p>
                      <a:r>
                        <a:rPr lang="en-US">
                          <a:effectLst/>
                        </a:rPr>
                        <a:t>This method removes everything from the map.</a:t>
                      </a:r>
                    </a:p>
                  </a:txBody>
                  <a:tcPr marL="76200" marR="76200" marT="76200" marB="76200" anchor="ctr"/>
                </a:tc>
              </a:tr>
              <a:tr h="568146">
                <a:tc>
                  <a:txBody>
                    <a:bodyPr/>
                    <a:lstStyle/>
                    <a:p>
                      <a:r>
                        <a:rPr lang="en-US">
                          <a:effectLst/>
                        </a:rPr>
                        <a:t>getMyLocation()</a:t>
                      </a:r>
                    </a:p>
                  </a:txBody>
                  <a:tcPr marL="76200" marR="76200" marT="76200" marB="76200" anchor="ctr"/>
                </a:tc>
                <a:tc>
                  <a:txBody>
                    <a:bodyPr/>
                    <a:lstStyle/>
                    <a:p>
                      <a:r>
                        <a:rPr lang="en-US" dirty="0">
                          <a:effectLst/>
                        </a:rPr>
                        <a:t>This method returns the currently displayed user location.</a:t>
                      </a:r>
                    </a:p>
                  </a:txBody>
                  <a:tcPr marL="76200" marR="76200" marT="76200" marB="76200" anchor="ctr"/>
                </a:tc>
              </a:tr>
            </a:tbl>
          </a:graphicData>
        </a:graphic>
      </p:graphicFrame>
    </p:spTree>
    <p:extLst>
      <p:ext uri="{BB962C8B-B14F-4D97-AF65-F5344CB8AC3E}">
        <p14:creationId xmlns:p14="http://schemas.microsoft.com/office/powerpoint/2010/main" val="3840339895"/>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b="1" dirty="0" smtClean="0">
                <a:latin typeface="Arial" panose="020B0604020202020204" pitchFamily="34" charset="0"/>
                <a:cs typeface="Arial" panose="020B0604020202020204" pitchFamily="34" charset="0"/>
              </a:rPr>
              <a:t>Methods of Google map</a:t>
            </a:r>
            <a:endParaRPr lang="en-US" sz="3600" dirty="0">
              <a:latin typeface="Calibri" panose="020F0502020204030204" pitchFamily="34" charset="0"/>
              <a:cs typeface="Calibri" panose="020F0502020204030204" pitchFamily="34" charset="0"/>
            </a:endParaRPr>
          </a:p>
        </p:txBody>
      </p:sp>
      <p:sp>
        <p:nvSpPr>
          <p:cNvPr id="3" name="TextBox 2"/>
          <p:cNvSpPr txBox="1"/>
          <p:nvPr/>
        </p:nvSpPr>
        <p:spPr>
          <a:xfrm>
            <a:off x="130388" y="1184856"/>
            <a:ext cx="11814869" cy="1015663"/>
          </a:xfrm>
          <a:prstGeom prst="rect">
            <a:avLst/>
          </a:prstGeom>
          <a:noFill/>
        </p:spPr>
        <p:txBody>
          <a:bodyPr wrap="square" rtlCol="0">
            <a:spAutoFit/>
          </a:bodyPr>
          <a:lstStyle/>
          <a:p>
            <a:r>
              <a:rPr lang="en-US" sz="2000" dirty="0"/>
              <a:t>Google map API provides several methods that help to customize Google map. These methods are as following:</a:t>
            </a:r>
            <a:r>
              <a:rPr lang="en-US" sz="2000" dirty="0"/>
              <a:t/>
            </a:r>
            <a:br>
              <a:rPr lang="en-US" sz="2000" dirty="0"/>
            </a:br>
            <a:endParaRPr lang="en-US" sz="2000" dirty="0"/>
          </a:p>
        </p:txBody>
      </p:sp>
      <p:graphicFrame>
        <p:nvGraphicFramePr>
          <p:cNvPr id="2" name="Table 1"/>
          <p:cNvGraphicFramePr>
            <a:graphicFrameLocks noGrp="1"/>
          </p:cNvGraphicFramePr>
          <p:nvPr>
            <p:extLst>
              <p:ext uri="{D42A27DB-BD31-4B8C-83A1-F6EECF244321}">
                <p14:modId xmlns:p14="http://schemas.microsoft.com/office/powerpoint/2010/main" val="365668737"/>
              </p:ext>
            </p:extLst>
          </p:nvPr>
        </p:nvGraphicFramePr>
        <p:xfrm>
          <a:off x="258618" y="1994286"/>
          <a:ext cx="11517746" cy="3239412"/>
        </p:xfrm>
        <a:graphic>
          <a:graphicData uri="http://schemas.openxmlformats.org/drawingml/2006/table">
            <a:tbl>
              <a:tblPr firstRow="1" bandRow="1">
                <a:tableStyleId>{5C22544A-7EE6-4342-B048-85BDC9FD1C3A}</a:tableStyleId>
              </a:tblPr>
              <a:tblGrid>
                <a:gridCol w="5758873"/>
                <a:gridCol w="5758873"/>
              </a:tblGrid>
              <a:tr h="568146">
                <a:tc>
                  <a:txBody>
                    <a:bodyPr/>
                    <a:lstStyle/>
                    <a:p>
                      <a:pPr algn="l" fontAlgn="t"/>
                      <a:r>
                        <a:rPr lang="en-US" dirty="0">
                          <a:solidFill>
                            <a:srgbClr val="FFFFFF"/>
                          </a:solidFill>
                          <a:effectLst/>
                        </a:rPr>
                        <a:t>Methods</a:t>
                      </a:r>
                    </a:p>
                  </a:txBody>
                  <a:tcPr marL="95250" marR="95250" marT="95250" marB="95250"/>
                </a:tc>
                <a:tc>
                  <a:txBody>
                    <a:bodyPr/>
                    <a:lstStyle/>
                    <a:p>
                      <a:pPr algn="l" fontAlgn="t"/>
                      <a:r>
                        <a:rPr lang="en-US">
                          <a:solidFill>
                            <a:srgbClr val="FFFFFF"/>
                          </a:solidFill>
                          <a:effectLst/>
                        </a:rPr>
                        <a:t>Description</a:t>
                      </a:r>
                    </a:p>
                  </a:txBody>
                  <a:tcPr marL="95250" marR="95250" marT="95250" marB="95250"/>
                </a:tc>
              </a:tr>
              <a:tr h="568146">
                <a:tc>
                  <a:txBody>
                    <a:bodyPr/>
                    <a:lstStyle/>
                    <a:p>
                      <a:r>
                        <a:rPr lang="en-US">
                          <a:effectLst/>
                        </a:rPr>
                        <a:t>moveCamera(CameraUpdate update)</a:t>
                      </a:r>
                    </a:p>
                  </a:txBody>
                  <a:tcPr marL="76200" marR="76200" marT="76200" marB="76200" anchor="ctr"/>
                </a:tc>
                <a:tc>
                  <a:txBody>
                    <a:bodyPr/>
                    <a:lstStyle/>
                    <a:p>
                      <a:r>
                        <a:rPr lang="en-US">
                          <a:effectLst/>
                        </a:rPr>
                        <a:t>This method reposition the camera according to the instructions defined in the update.</a:t>
                      </a:r>
                    </a:p>
                  </a:txBody>
                  <a:tcPr marL="76200" marR="76200" marT="76200" marB="76200" anchor="ctr"/>
                </a:tc>
              </a:tr>
              <a:tr h="568146">
                <a:tc>
                  <a:txBody>
                    <a:bodyPr/>
                    <a:lstStyle/>
                    <a:p>
                      <a:r>
                        <a:rPr lang="en-US">
                          <a:effectLst/>
                        </a:rPr>
                        <a:t>setTrafficEnabled(boolean enabled)</a:t>
                      </a:r>
                    </a:p>
                  </a:txBody>
                  <a:tcPr marL="76200" marR="76200" marT="76200" marB="76200" anchor="ctr"/>
                </a:tc>
                <a:tc>
                  <a:txBody>
                    <a:bodyPr/>
                    <a:lstStyle/>
                    <a:p>
                      <a:r>
                        <a:rPr lang="en-US">
                          <a:effectLst/>
                        </a:rPr>
                        <a:t>This method set the traffic layer on or off.</a:t>
                      </a:r>
                    </a:p>
                  </a:txBody>
                  <a:tcPr marL="76200" marR="76200" marT="76200" marB="76200" anchor="ctr"/>
                </a:tc>
              </a:tr>
              <a:tr h="568146">
                <a:tc>
                  <a:txBody>
                    <a:bodyPr/>
                    <a:lstStyle/>
                    <a:p>
                      <a:r>
                        <a:rPr lang="en-US">
                          <a:effectLst/>
                        </a:rPr>
                        <a:t>snapshot(GoogleMap.SnapshotReadyCallback callback)</a:t>
                      </a:r>
                    </a:p>
                  </a:txBody>
                  <a:tcPr marL="76200" marR="76200" marT="76200" marB="76200" anchor="ctr"/>
                </a:tc>
                <a:tc>
                  <a:txBody>
                    <a:bodyPr/>
                    <a:lstStyle/>
                    <a:p>
                      <a:r>
                        <a:rPr lang="en-US">
                          <a:effectLst/>
                        </a:rPr>
                        <a:t>This method takes a snapshot of the map.</a:t>
                      </a:r>
                    </a:p>
                  </a:txBody>
                  <a:tcPr marL="76200" marR="76200" marT="76200" marB="76200" anchor="ctr"/>
                </a:tc>
              </a:tr>
              <a:tr h="568146">
                <a:tc>
                  <a:txBody>
                    <a:bodyPr/>
                    <a:lstStyle/>
                    <a:p>
                      <a:r>
                        <a:rPr lang="en-US">
                          <a:effectLst/>
                        </a:rPr>
                        <a:t>stopAnimation()</a:t>
                      </a:r>
                    </a:p>
                  </a:txBody>
                  <a:tcPr marL="76200" marR="76200" marT="76200" marB="76200" anchor="ctr"/>
                </a:tc>
                <a:tc>
                  <a:txBody>
                    <a:bodyPr/>
                    <a:lstStyle/>
                    <a:p>
                      <a:r>
                        <a:rPr lang="en-US" dirty="0">
                          <a:effectLst/>
                        </a:rPr>
                        <a:t>This method stops the camera animation if there is any progress.</a:t>
                      </a:r>
                    </a:p>
                  </a:txBody>
                  <a:tcPr marL="76200" marR="76200" marT="76200" marB="76200" anchor="ctr"/>
                </a:tc>
              </a:tr>
            </a:tbl>
          </a:graphicData>
        </a:graphic>
      </p:graphicFrame>
    </p:spTree>
    <p:extLst>
      <p:ext uri="{BB962C8B-B14F-4D97-AF65-F5344CB8AC3E}">
        <p14:creationId xmlns:p14="http://schemas.microsoft.com/office/powerpoint/2010/main" val="2657066890"/>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b="1" dirty="0" smtClean="0">
                <a:latin typeface="Arial" panose="020B0604020202020204" pitchFamily="34" charset="0"/>
                <a:cs typeface="Arial" panose="020B0604020202020204" pitchFamily="34" charset="0"/>
              </a:rPr>
              <a:t>Example</a:t>
            </a:r>
            <a:r>
              <a:rPr lang="en-US" sz="3600" b="1" dirty="0" smtClean="0">
                <a:latin typeface="Arial" panose="020B0604020202020204" pitchFamily="34" charset="0"/>
                <a:cs typeface="Arial" panose="020B0604020202020204" pitchFamily="34" charset="0"/>
              </a:rPr>
              <a:t> of Google map</a:t>
            </a:r>
            <a:endParaRPr lang="en-US" sz="3600" dirty="0">
              <a:latin typeface="Calibri" panose="020F0502020204030204" pitchFamily="34" charset="0"/>
              <a:cs typeface="Calibri" panose="020F0502020204030204" pitchFamily="34" charset="0"/>
            </a:endParaRPr>
          </a:p>
        </p:txBody>
      </p:sp>
      <p:sp>
        <p:nvSpPr>
          <p:cNvPr id="3" name="TextBox 2"/>
          <p:cNvSpPr txBox="1"/>
          <p:nvPr/>
        </p:nvSpPr>
        <p:spPr>
          <a:xfrm>
            <a:off x="130388" y="1184856"/>
            <a:ext cx="11814869" cy="1015663"/>
          </a:xfrm>
          <a:prstGeom prst="rect">
            <a:avLst/>
          </a:prstGeom>
          <a:noFill/>
        </p:spPr>
        <p:txBody>
          <a:bodyPr wrap="square" rtlCol="0">
            <a:spAutoFit/>
          </a:bodyPr>
          <a:lstStyle/>
          <a:p>
            <a:r>
              <a:rPr lang="en-US" sz="2000" dirty="0"/>
              <a:t>Example of Google Map</a:t>
            </a:r>
          </a:p>
          <a:p>
            <a:r>
              <a:rPr lang="en-US" sz="2000" dirty="0"/>
              <a:t>Let's create an example of Google map integrating within our app. For doing this we select Google Maps Activity.</a:t>
            </a:r>
          </a:p>
        </p:txBody>
      </p:sp>
      <p:sp>
        <p:nvSpPr>
          <p:cNvPr id="4" name="Rectangle 3"/>
          <p:cNvSpPr/>
          <p:nvPr/>
        </p:nvSpPr>
        <p:spPr>
          <a:xfrm>
            <a:off x="249382" y="2200519"/>
            <a:ext cx="6567054" cy="4477372"/>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79770305"/>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b="1" dirty="0" smtClean="0">
                <a:latin typeface="Arial" panose="020B0604020202020204" pitchFamily="34" charset="0"/>
                <a:cs typeface="Arial" panose="020B0604020202020204" pitchFamily="34" charset="0"/>
              </a:rPr>
              <a:t>Example</a:t>
            </a:r>
            <a:r>
              <a:rPr lang="en-US" sz="3600" b="1" dirty="0" smtClean="0">
                <a:latin typeface="Arial" panose="020B0604020202020204" pitchFamily="34" charset="0"/>
                <a:cs typeface="Arial" panose="020B0604020202020204" pitchFamily="34" charset="0"/>
              </a:rPr>
              <a:t> of Google map</a:t>
            </a:r>
            <a:endParaRPr lang="en-US" sz="3600" dirty="0">
              <a:latin typeface="Calibri" panose="020F0502020204030204" pitchFamily="34" charset="0"/>
              <a:cs typeface="Calibri" panose="020F0502020204030204" pitchFamily="34" charset="0"/>
            </a:endParaRPr>
          </a:p>
        </p:txBody>
      </p:sp>
      <p:sp>
        <p:nvSpPr>
          <p:cNvPr id="3" name="TextBox 2"/>
          <p:cNvSpPr txBox="1"/>
          <p:nvPr/>
        </p:nvSpPr>
        <p:spPr>
          <a:xfrm>
            <a:off x="130388" y="1184856"/>
            <a:ext cx="11814869" cy="3170099"/>
          </a:xfrm>
          <a:prstGeom prst="rect">
            <a:avLst/>
          </a:prstGeom>
          <a:noFill/>
        </p:spPr>
        <p:txBody>
          <a:bodyPr wrap="square" rtlCol="0">
            <a:spAutoFit/>
          </a:bodyPr>
          <a:lstStyle/>
          <a:p>
            <a:r>
              <a:rPr lang="en-US" sz="2000" dirty="0"/>
              <a:t>activity_maps.xml</a:t>
            </a:r>
          </a:p>
          <a:p>
            <a:r>
              <a:rPr lang="en-US" sz="2000" dirty="0"/>
              <a:t>&lt;fragment </a:t>
            </a:r>
            <a:r>
              <a:rPr lang="en-US" sz="2000" dirty="0" err="1"/>
              <a:t>xmlns:android</a:t>
            </a:r>
            <a:r>
              <a:rPr lang="en-US" sz="2000" dirty="0"/>
              <a:t>="http://schemas.android.com/</a:t>
            </a:r>
            <a:r>
              <a:rPr lang="en-US" sz="2000" dirty="0" err="1"/>
              <a:t>apk</a:t>
            </a:r>
            <a:r>
              <a:rPr lang="en-US" sz="2000" dirty="0"/>
              <a:t>/res/android"  </a:t>
            </a:r>
          </a:p>
          <a:p>
            <a:r>
              <a:rPr lang="en-US" sz="2000" dirty="0"/>
              <a:t>    </a:t>
            </a:r>
            <a:r>
              <a:rPr lang="en-US" sz="2000" dirty="0" err="1"/>
              <a:t>xmlns:map</a:t>
            </a:r>
            <a:r>
              <a:rPr lang="en-US" sz="2000" dirty="0"/>
              <a:t>="http://schemas.android.com/</a:t>
            </a:r>
            <a:r>
              <a:rPr lang="en-US" sz="2000" dirty="0" err="1"/>
              <a:t>apk</a:t>
            </a:r>
            <a:r>
              <a:rPr lang="en-US" sz="2000" dirty="0"/>
              <a:t>/res-auto"  </a:t>
            </a:r>
          </a:p>
          <a:p>
            <a:r>
              <a:rPr lang="en-US" sz="2000" dirty="0"/>
              <a:t>    </a:t>
            </a:r>
            <a:r>
              <a:rPr lang="en-US" sz="2000" dirty="0" err="1"/>
              <a:t>xmlns:tools</a:t>
            </a:r>
            <a:r>
              <a:rPr lang="en-US" sz="2000" dirty="0"/>
              <a:t>="http://schemas.android.com/tools"  </a:t>
            </a:r>
          </a:p>
          <a:p>
            <a:r>
              <a:rPr lang="en-US" sz="2000" dirty="0"/>
              <a:t>    </a:t>
            </a:r>
            <a:r>
              <a:rPr lang="en-US" sz="2000" dirty="0" err="1"/>
              <a:t>android:id</a:t>
            </a:r>
            <a:r>
              <a:rPr lang="en-US" sz="2000" dirty="0"/>
              <a:t>="@+id/map"  </a:t>
            </a:r>
          </a:p>
          <a:p>
            <a:r>
              <a:rPr lang="en-US" sz="2000" dirty="0"/>
              <a:t>    </a:t>
            </a:r>
            <a:r>
              <a:rPr lang="en-US" sz="2000" dirty="0" err="1"/>
              <a:t>android:name</a:t>
            </a:r>
            <a:r>
              <a:rPr lang="en-US" sz="2000" dirty="0"/>
              <a:t>="</a:t>
            </a:r>
            <a:r>
              <a:rPr lang="en-US" sz="2000" dirty="0" err="1"/>
              <a:t>com.google.android.gms.maps.SupportMapFragment</a:t>
            </a:r>
            <a:r>
              <a:rPr lang="en-US" sz="2000" dirty="0"/>
              <a:t>"  </a:t>
            </a:r>
          </a:p>
          <a:p>
            <a:r>
              <a:rPr lang="en-US" sz="2000" dirty="0"/>
              <a:t>    </a:t>
            </a:r>
            <a:r>
              <a:rPr lang="en-US" sz="2000" dirty="0" err="1"/>
              <a:t>android:layout_width</a:t>
            </a:r>
            <a:r>
              <a:rPr lang="en-US" sz="2000" dirty="0"/>
              <a:t>="</a:t>
            </a:r>
            <a:r>
              <a:rPr lang="en-US" sz="2000" dirty="0" err="1"/>
              <a:t>match_parent</a:t>
            </a:r>
            <a:r>
              <a:rPr lang="en-US" sz="2000" dirty="0"/>
              <a:t>"  </a:t>
            </a:r>
          </a:p>
          <a:p>
            <a:r>
              <a:rPr lang="en-US" sz="2000" dirty="0"/>
              <a:t>    </a:t>
            </a:r>
            <a:r>
              <a:rPr lang="en-US" sz="2000" dirty="0" err="1"/>
              <a:t>android:layout_height</a:t>
            </a:r>
            <a:r>
              <a:rPr lang="en-US" sz="2000" dirty="0"/>
              <a:t>="</a:t>
            </a:r>
            <a:r>
              <a:rPr lang="en-US" sz="2000" dirty="0" err="1"/>
              <a:t>match_parent</a:t>
            </a:r>
            <a:r>
              <a:rPr lang="en-US" sz="2000" dirty="0"/>
              <a:t>"  </a:t>
            </a:r>
          </a:p>
          <a:p>
            <a:r>
              <a:rPr lang="en-US" sz="2000" dirty="0"/>
              <a:t>    </a:t>
            </a:r>
            <a:r>
              <a:rPr lang="en-US" sz="2000" dirty="0" err="1"/>
              <a:t>tools:context</a:t>
            </a:r>
            <a:r>
              <a:rPr lang="en-US" sz="2000" dirty="0"/>
              <a:t>="</a:t>
            </a:r>
            <a:r>
              <a:rPr lang="en-US" sz="2000" dirty="0" err="1"/>
              <a:t>example.com.mapexample.MapsActivity</a:t>
            </a:r>
            <a:r>
              <a:rPr lang="en-US" sz="2000" dirty="0"/>
              <a:t>" </a:t>
            </a:r>
            <a:r>
              <a:rPr lang="en-US" sz="2000" b="1" dirty="0"/>
              <a:t>/&gt;</a:t>
            </a:r>
            <a:r>
              <a:rPr lang="en-US" sz="2000" dirty="0"/>
              <a:t>  </a:t>
            </a:r>
          </a:p>
          <a:p>
            <a:endParaRPr lang="en-US" sz="2000" dirty="0"/>
          </a:p>
        </p:txBody>
      </p:sp>
    </p:spTree>
    <p:extLst>
      <p:ext uri="{BB962C8B-B14F-4D97-AF65-F5344CB8AC3E}">
        <p14:creationId xmlns:p14="http://schemas.microsoft.com/office/powerpoint/2010/main" val="3561965129"/>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b="1" dirty="0" smtClean="0">
                <a:latin typeface="Arial" panose="020B0604020202020204" pitchFamily="34" charset="0"/>
                <a:cs typeface="Arial" panose="020B0604020202020204" pitchFamily="34" charset="0"/>
              </a:rPr>
              <a:t>Example</a:t>
            </a:r>
            <a:r>
              <a:rPr lang="en-US" sz="3600" b="1" dirty="0" smtClean="0">
                <a:latin typeface="Arial" panose="020B0604020202020204" pitchFamily="34" charset="0"/>
                <a:cs typeface="Arial" panose="020B0604020202020204" pitchFamily="34" charset="0"/>
              </a:rPr>
              <a:t> of Google map</a:t>
            </a:r>
            <a:endParaRPr lang="en-US" sz="3600" dirty="0">
              <a:latin typeface="Calibri" panose="020F0502020204030204" pitchFamily="34" charset="0"/>
              <a:cs typeface="Calibri" panose="020F0502020204030204" pitchFamily="34" charset="0"/>
            </a:endParaRPr>
          </a:p>
        </p:txBody>
      </p:sp>
      <p:sp>
        <p:nvSpPr>
          <p:cNvPr id="3" name="TextBox 2"/>
          <p:cNvSpPr txBox="1"/>
          <p:nvPr/>
        </p:nvSpPr>
        <p:spPr>
          <a:xfrm>
            <a:off x="130388" y="1043288"/>
            <a:ext cx="11814869" cy="5632311"/>
          </a:xfrm>
          <a:prstGeom prst="rect">
            <a:avLst/>
          </a:prstGeom>
          <a:noFill/>
        </p:spPr>
        <p:txBody>
          <a:bodyPr wrap="square" rtlCol="0">
            <a:spAutoFit/>
          </a:bodyPr>
          <a:lstStyle/>
          <a:p>
            <a:r>
              <a:rPr lang="en-US" sz="2000" dirty="0"/>
              <a:t>activity_maps.xml</a:t>
            </a:r>
          </a:p>
          <a:p>
            <a:r>
              <a:rPr lang="en-US" sz="2000" dirty="0"/>
              <a:t>&lt;</a:t>
            </a:r>
            <a:r>
              <a:rPr lang="en-US" sz="2000" dirty="0" smtClean="0"/>
              <a:t>fragm</a:t>
            </a:r>
            <a:r>
              <a:rPr lang="en-US" sz="2000" dirty="0"/>
              <a:t>MapsActivity.java</a:t>
            </a:r>
          </a:p>
          <a:p>
            <a:r>
              <a:rPr lang="en-US" sz="2000" dirty="0"/>
              <a:t>To get the </a:t>
            </a:r>
            <a:r>
              <a:rPr lang="en-US" sz="2000" dirty="0" err="1"/>
              <a:t>GoogleMap</a:t>
            </a:r>
            <a:r>
              <a:rPr lang="en-US" sz="2000" dirty="0"/>
              <a:t> object in our MapsActivity.java class we need to implement the </a:t>
            </a:r>
            <a:r>
              <a:rPr lang="en-US" sz="2000" dirty="0" err="1"/>
              <a:t>OnMapReadyCallback</a:t>
            </a:r>
            <a:r>
              <a:rPr lang="en-US" sz="2000" dirty="0"/>
              <a:t> interface and override the </a:t>
            </a:r>
            <a:r>
              <a:rPr lang="en-US" sz="2000" dirty="0" err="1"/>
              <a:t>onMapReady</a:t>
            </a:r>
            <a:r>
              <a:rPr lang="en-US" sz="2000" dirty="0"/>
              <a:t>() callback method.</a:t>
            </a:r>
          </a:p>
          <a:p>
            <a:r>
              <a:rPr lang="en-US" sz="2000" b="1" dirty="0"/>
              <a:t>package</a:t>
            </a:r>
            <a:r>
              <a:rPr lang="en-US" sz="2000" dirty="0"/>
              <a:t> </a:t>
            </a:r>
            <a:r>
              <a:rPr lang="en-US" sz="2000" dirty="0" err="1"/>
              <a:t>example.com.mapexample</a:t>
            </a:r>
            <a:r>
              <a:rPr lang="en-US" sz="2000" dirty="0"/>
              <a:t>;   </a:t>
            </a:r>
          </a:p>
          <a:p>
            <a:r>
              <a:rPr lang="en-US" sz="2000" b="1" dirty="0"/>
              <a:t>import</a:t>
            </a:r>
            <a:r>
              <a:rPr lang="en-US" sz="2000" dirty="0"/>
              <a:t> android.support.v4.app.FragmentActivity;  </a:t>
            </a:r>
          </a:p>
          <a:p>
            <a:r>
              <a:rPr lang="en-US" sz="2000" b="1" dirty="0"/>
              <a:t>import</a:t>
            </a:r>
            <a:r>
              <a:rPr lang="en-US" sz="2000" dirty="0"/>
              <a:t> </a:t>
            </a:r>
            <a:r>
              <a:rPr lang="en-US" sz="2000" dirty="0" err="1"/>
              <a:t>android.os.Bundle</a:t>
            </a:r>
            <a:r>
              <a:rPr lang="en-US" sz="2000" dirty="0"/>
              <a:t>;  </a:t>
            </a:r>
          </a:p>
          <a:p>
            <a:r>
              <a:rPr lang="en-US" sz="2000" b="1" dirty="0"/>
              <a:t>import</a:t>
            </a:r>
            <a:r>
              <a:rPr lang="en-US" sz="2000" dirty="0"/>
              <a:t> </a:t>
            </a:r>
            <a:r>
              <a:rPr lang="en-US" sz="2000" dirty="0" err="1"/>
              <a:t>com.google.android.gms.maps.CameraUpdateFactory</a:t>
            </a:r>
            <a:r>
              <a:rPr lang="en-US" sz="2000" dirty="0"/>
              <a:t>;  </a:t>
            </a:r>
          </a:p>
          <a:p>
            <a:r>
              <a:rPr lang="en-US" sz="2000" b="1" dirty="0"/>
              <a:t>import</a:t>
            </a:r>
            <a:r>
              <a:rPr lang="en-US" sz="2000" dirty="0"/>
              <a:t> </a:t>
            </a:r>
            <a:r>
              <a:rPr lang="en-US" sz="2000" dirty="0" err="1"/>
              <a:t>com.google.android.gms.maps.GoogleMap</a:t>
            </a:r>
            <a:r>
              <a:rPr lang="en-US" sz="2000" dirty="0"/>
              <a:t>;  </a:t>
            </a:r>
          </a:p>
          <a:p>
            <a:r>
              <a:rPr lang="en-US" sz="2000" b="1" dirty="0"/>
              <a:t>import</a:t>
            </a:r>
            <a:r>
              <a:rPr lang="en-US" sz="2000" dirty="0"/>
              <a:t> </a:t>
            </a:r>
            <a:r>
              <a:rPr lang="en-US" sz="2000" dirty="0" err="1"/>
              <a:t>com.google.android.gms.maps.OnMapReadyCallback</a:t>
            </a:r>
            <a:r>
              <a:rPr lang="en-US" sz="2000" dirty="0"/>
              <a:t>;  </a:t>
            </a:r>
          </a:p>
          <a:p>
            <a:r>
              <a:rPr lang="en-US" sz="2000" b="1" dirty="0"/>
              <a:t>import</a:t>
            </a:r>
            <a:r>
              <a:rPr lang="en-US" sz="2000" dirty="0"/>
              <a:t> </a:t>
            </a:r>
            <a:r>
              <a:rPr lang="en-US" sz="2000" dirty="0" err="1"/>
              <a:t>com.google.android.gms.maps.SupportMapFragment</a:t>
            </a:r>
            <a:r>
              <a:rPr lang="en-US" sz="2000" dirty="0"/>
              <a:t>;  </a:t>
            </a:r>
          </a:p>
          <a:p>
            <a:r>
              <a:rPr lang="en-US" sz="2000" b="1" dirty="0"/>
              <a:t>import</a:t>
            </a:r>
            <a:r>
              <a:rPr lang="en-US" sz="2000" dirty="0"/>
              <a:t> </a:t>
            </a:r>
            <a:r>
              <a:rPr lang="en-US" sz="2000" dirty="0" err="1"/>
              <a:t>com.google.android.gms.maps.model.LatLng</a:t>
            </a:r>
            <a:r>
              <a:rPr lang="en-US" sz="2000" dirty="0"/>
              <a:t>;  </a:t>
            </a:r>
          </a:p>
          <a:p>
            <a:r>
              <a:rPr lang="en-US" sz="2000" b="1" dirty="0"/>
              <a:t>import</a:t>
            </a:r>
            <a:r>
              <a:rPr lang="en-US" sz="2000" dirty="0"/>
              <a:t> </a:t>
            </a:r>
            <a:r>
              <a:rPr lang="en-US" sz="2000" dirty="0" err="1"/>
              <a:t>com.google.android.gms.maps.model.MarkerOptions</a:t>
            </a:r>
            <a:r>
              <a:rPr lang="en-US" sz="2000" dirty="0"/>
              <a:t>;  </a:t>
            </a:r>
          </a:p>
          <a:p>
            <a:r>
              <a:rPr lang="en-US" sz="2000" b="1" dirty="0"/>
              <a:t>public</a:t>
            </a:r>
            <a:r>
              <a:rPr lang="en-US" sz="2000" dirty="0"/>
              <a:t> </a:t>
            </a:r>
            <a:r>
              <a:rPr lang="en-US" sz="2000" b="1" dirty="0"/>
              <a:t>class</a:t>
            </a:r>
            <a:r>
              <a:rPr lang="en-US" sz="2000" dirty="0"/>
              <a:t> </a:t>
            </a:r>
            <a:r>
              <a:rPr lang="en-US" sz="2000" dirty="0" err="1"/>
              <a:t>MapsActivity</a:t>
            </a:r>
            <a:r>
              <a:rPr lang="en-US" sz="2000" dirty="0"/>
              <a:t> </a:t>
            </a:r>
            <a:r>
              <a:rPr lang="en-US" sz="2000" b="1" dirty="0"/>
              <a:t>extends</a:t>
            </a:r>
            <a:r>
              <a:rPr lang="en-US" sz="2000" dirty="0"/>
              <a:t> </a:t>
            </a:r>
            <a:r>
              <a:rPr lang="en-US" sz="2000" dirty="0" err="1"/>
              <a:t>FragmentActivity</a:t>
            </a:r>
            <a:r>
              <a:rPr lang="en-US" sz="2000" dirty="0"/>
              <a:t> </a:t>
            </a:r>
            <a:r>
              <a:rPr lang="en-US" sz="2000" b="1" dirty="0"/>
              <a:t>implements</a:t>
            </a:r>
            <a:r>
              <a:rPr lang="en-US" sz="2000" dirty="0"/>
              <a:t> </a:t>
            </a:r>
            <a:r>
              <a:rPr lang="en-US" sz="2000" dirty="0" err="1"/>
              <a:t>OnMapReadyCallback</a:t>
            </a:r>
            <a:r>
              <a:rPr lang="en-US" sz="2000" dirty="0"/>
              <a:t>{  </a:t>
            </a:r>
          </a:p>
          <a:p>
            <a:r>
              <a:rPr lang="en-US" sz="2000" dirty="0"/>
              <a:t>    </a:t>
            </a:r>
            <a:r>
              <a:rPr lang="en-US" sz="2000" b="1" dirty="0"/>
              <a:t>private</a:t>
            </a:r>
            <a:r>
              <a:rPr lang="en-US" sz="2000" dirty="0"/>
              <a:t> </a:t>
            </a:r>
            <a:r>
              <a:rPr lang="en-US" sz="2000" dirty="0" err="1"/>
              <a:t>GoogleMap</a:t>
            </a:r>
            <a:r>
              <a:rPr lang="en-US" sz="2000" dirty="0"/>
              <a:t> </a:t>
            </a:r>
            <a:r>
              <a:rPr lang="en-US" sz="2000" dirty="0" err="1"/>
              <a:t>mMap</a:t>
            </a:r>
            <a:r>
              <a:rPr lang="en-US" sz="2000" dirty="0"/>
              <a:t>;  </a:t>
            </a:r>
          </a:p>
          <a:p>
            <a:r>
              <a:rPr lang="en-US" sz="2000" dirty="0"/>
              <a:t>    @Override  </a:t>
            </a:r>
          </a:p>
          <a:p>
            <a:r>
              <a:rPr lang="en-US" sz="2000" dirty="0"/>
              <a:t>    </a:t>
            </a:r>
            <a:r>
              <a:rPr lang="en-US" sz="2000" b="1" dirty="0"/>
              <a:t>protected</a:t>
            </a:r>
            <a:r>
              <a:rPr lang="en-US" sz="2000" dirty="0"/>
              <a:t> </a:t>
            </a:r>
            <a:r>
              <a:rPr lang="en-US" sz="2000" b="1" dirty="0"/>
              <a:t>void</a:t>
            </a:r>
            <a:r>
              <a:rPr lang="en-US" sz="2000" dirty="0"/>
              <a:t> </a:t>
            </a:r>
            <a:r>
              <a:rPr lang="en-US" sz="2000" dirty="0" err="1"/>
              <a:t>onCreate</a:t>
            </a:r>
            <a:r>
              <a:rPr lang="en-US" sz="2000" dirty="0"/>
              <a:t>(Bundle </a:t>
            </a:r>
            <a:r>
              <a:rPr lang="en-US" sz="2000" dirty="0" err="1"/>
              <a:t>savedInstanceState</a:t>
            </a:r>
            <a:r>
              <a:rPr lang="en-US" sz="2000" dirty="0"/>
              <a:t>) {  </a:t>
            </a:r>
          </a:p>
          <a:p>
            <a:r>
              <a:rPr lang="en-US" sz="2000" dirty="0"/>
              <a:t>        </a:t>
            </a:r>
          </a:p>
        </p:txBody>
      </p:sp>
    </p:spTree>
    <p:extLst>
      <p:ext uri="{BB962C8B-B14F-4D97-AF65-F5344CB8AC3E}">
        <p14:creationId xmlns:p14="http://schemas.microsoft.com/office/powerpoint/2010/main" val="2764951037"/>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b="1" dirty="0" smtClean="0">
                <a:latin typeface="Arial" panose="020B0604020202020204" pitchFamily="34" charset="0"/>
                <a:cs typeface="Arial" panose="020B0604020202020204" pitchFamily="34" charset="0"/>
              </a:rPr>
              <a:t>Example</a:t>
            </a:r>
            <a:r>
              <a:rPr lang="en-US" sz="3600" b="1" dirty="0" smtClean="0">
                <a:latin typeface="Arial" panose="020B0604020202020204" pitchFamily="34" charset="0"/>
                <a:cs typeface="Arial" panose="020B0604020202020204" pitchFamily="34" charset="0"/>
              </a:rPr>
              <a:t> of Google map</a:t>
            </a:r>
            <a:endParaRPr lang="en-US" sz="3600" dirty="0">
              <a:latin typeface="Calibri" panose="020F0502020204030204" pitchFamily="34" charset="0"/>
              <a:cs typeface="Calibri" panose="020F0502020204030204" pitchFamily="34" charset="0"/>
            </a:endParaRPr>
          </a:p>
        </p:txBody>
      </p:sp>
      <p:sp>
        <p:nvSpPr>
          <p:cNvPr id="3" name="TextBox 2"/>
          <p:cNvSpPr txBox="1"/>
          <p:nvPr/>
        </p:nvSpPr>
        <p:spPr>
          <a:xfrm>
            <a:off x="130388" y="1043288"/>
            <a:ext cx="11814869" cy="4401205"/>
          </a:xfrm>
          <a:prstGeom prst="rect">
            <a:avLst/>
          </a:prstGeom>
          <a:noFill/>
        </p:spPr>
        <p:txBody>
          <a:bodyPr wrap="square" rtlCol="0">
            <a:spAutoFit/>
          </a:bodyPr>
          <a:lstStyle/>
          <a:p>
            <a:r>
              <a:rPr lang="en-US" sz="2000" b="1" dirty="0" err="1"/>
              <a:t>super</a:t>
            </a:r>
            <a:r>
              <a:rPr lang="en-US" sz="2000" dirty="0" err="1"/>
              <a:t>.onCreate</a:t>
            </a:r>
            <a:r>
              <a:rPr lang="en-US" sz="2000" dirty="0"/>
              <a:t>(</a:t>
            </a:r>
            <a:r>
              <a:rPr lang="en-US" sz="2000" dirty="0" err="1"/>
              <a:t>savedInstanceState</a:t>
            </a:r>
            <a:r>
              <a:rPr lang="en-US" sz="2000" dirty="0"/>
              <a:t>);  </a:t>
            </a:r>
          </a:p>
          <a:p>
            <a:r>
              <a:rPr lang="en-US" sz="2000" dirty="0"/>
              <a:t>        </a:t>
            </a:r>
            <a:r>
              <a:rPr lang="en-US" sz="2000" dirty="0" err="1"/>
              <a:t>setContentView</a:t>
            </a:r>
            <a:r>
              <a:rPr lang="en-US" sz="2000" dirty="0"/>
              <a:t>(</a:t>
            </a:r>
            <a:r>
              <a:rPr lang="en-US" sz="2000" dirty="0" err="1"/>
              <a:t>R.layout.activity_maps</a:t>
            </a:r>
            <a:r>
              <a:rPr lang="en-US" sz="2000" dirty="0"/>
              <a:t>);  </a:t>
            </a:r>
          </a:p>
          <a:p>
            <a:r>
              <a:rPr lang="en-US" sz="2000" dirty="0"/>
              <a:t>        // Obtain the </a:t>
            </a:r>
            <a:r>
              <a:rPr lang="en-US" sz="2000" dirty="0" err="1"/>
              <a:t>SupportMapFragment</a:t>
            </a:r>
            <a:r>
              <a:rPr lang="en-US" sz="2000" dirty="0"/>
              <a:t> and get notified when the map is ready to be used.  </a:t>
            </a:r>
          </a:p>
          <a:p>
            <a:r>
              <a:rPr lang="en-US" sz="2000" dirty="0"/>
              <a:t>        </a:t>
            </a:r>
            <a:r>
              <a:rPr lang="en-US" sz="2000" dirty="0" err="1"/>
              <a:t>SupportMapFragment</a:t>
            </a:r>
            <a:r>
              <a:rPr lang="en-US" sz="2000" dirty="0"/>
              <a:t> </a:t>
            </a:r>
            <a:r>
              <a:rPr lang="en-US" sz="2000" dirty="0" err="1"/>
              <a:t>mapFragment</a:t>
            </a:r>
            <a:r>
              <a:rPr lang="en-US" sz="2000" dirty="0"/>
              <a:t> = (</a:t>
            </a:r>
            <a:r>
              <a:rPr lang="en-US" sz="2000" dirty="0" err="1"/>
              <a:t>SupportMapFragment</a:t>
            </a:r>
            <a:r>
              <a:rPr lang="en-US" sz="2000" dirty="0"/>
              <a:t>) </a:t>
            </a:r>
            <a:r>
              <a:rPr lang="en-US" sz="2000" dirty="0" err="1"/>
              <a:t>getSupportFragmentManager</a:t>
            </a:r>
            <a:r>
              <a:rPr lang="en-US" sz="2000" dirty="0"/>
              <a:t>()  </a:t>
            </a:r>
          </a:p>
          <a:p>
            <a:r>
              <a:rPr lang="en-US" sz="2000" dirty="0"/>
              <a:t>                .</a:t>
            </a:r>
            <a:r>
              <a:rPr lang="en-US" sz="2000" dirty="0" err="1"/>
              <a:t>findFragmentById</a:t>
            </a:r>
            <a:r>
              <a:rPr lang="en-US" sz="2000" dirty="0"/>
              <a:t>(</a:t>
            </a:r>
            <a:r>
              <a:rPr lang="en-US" sz="2000" dirty="0" err="1"/>
              <a:t>R.id.map</a:t>
            </a:r>
            <a:r>
              <a:rPr lang="en-US" sz="2000" dirty="0"/>
              <a:t>);  </a:t>
            </a:r>
          </a:p>
          <a:p>
            <a:r>
              <a:rPr lang="en-US" sz="2000" dirty="0"/>
              <a:t>        </a:t>
            </a:r>
            <a:r>
              <a:rPr lang="en-US" sz="2000" dirty="0" err="1"/>
              <a:t>mapFragment.getMapAsync</a:t>
            </a:r>
            <a:r>
              <a:rPr lang="en-US" sz="2000" dirty="0"/>
              <a:t>(</a:t>
            </a:r>
            <a:r>
              <a:rPr lang="en-US" sz="2000" b="1" dirty="0"/>
              <a:t>this</a:t>
            </a:r>
            <a:r>
              <a:rPr lang="en-US" sz="2000" dirty="0"/>
              <a:t>);    }  </a:t>
            </a:r>
          </a:p>
          <a:p>
            <a:r>
              <a:rPr lang="en-US" sz="2000" dirty="0"/>
              <a:t>    @Override  </a:t>
            </a:r>
          </a:p>
          <a:p>
            <a:r>
              <a:rPr lang="en-US" sz="2000" dirty="0"/>
              <a:t>    </a:t>
            </a:r>
            <a:r>
              <a:rPr lang="en-US" sz="2000" b="1" dirty="0"/>
              <a:t>public</a:t>
            </a:r>
            <a:r>
              <a:rPr lang="en-US" sz="2000" dirty="0"/>
              <a:t> </a:t>
            </a:r>
            <a:r>
              <a:rPr lang="en-US" sz="2000" b="1" dirty="0"/>
              <a:t>void</a:t>
            </a:r>
            <a:r>
              <a:rPr lang="en-US" sz="2000" dirty="0"/>
              <a:t> </a:t>
            </a:r>
            <a:r>
              <a:rPr lang="en-US" sz="2000" dirty="0" err="1"/>
              <a:t>onMapReady</a:t>
            </a:r>
            <a:r>
              <a:rPr lang="en-US" sz="2000" dirty="0"/>
              <a:t>(</a:t>
            </a:r>
            <a:r>
              <a:rPr lang="en-US" sz="2000" dirty="0" err="1"/>
              <a:t>GoogleMap</a:t>
            </a:r>
            <a:r>
              <a:rPr lang="en-US" sz="2000" dirty="0"/>
              <a:t> </a:t>
            </a:r>
            <a:r>
              <a:rPr lang="en-US" sz="2000" dirty="0" err="1"/>
              <a:t>googleMap</a:t>
            </a:r>
            <a:r>
              <a:rPr lang="en-US" sz="2000" dirty="0"/>
              <a:t>) {  </a:t>
            </a:r>
          </a:p>
          <a:p>
            <a:r>
              <a:rPr lang="en-US" sz="2000" dirty="0"/>
              <a:t>        </a:t>
            </a:r>
            <a:r>
              <a:rPr lang="en-US" sz="2000" dirty="0" err="1"/>
              <a:t>mMap</a:t>
            </a:r>
            <a:r>
              <a:rPr lang="en-US" sz="2000" dirty="0"/>
              <a:t> = </a:t>
            </a:r>
            <a:r>
              <a:rPr lang="en-US" sz="2000" dirty="0" err="1"/>
              <a:t>googleMap</a:t>
            </a:r>
            <a:r>
              <a:rPr lang="en-US" sz="2000" dirty="0"/>
              <a:t>;   // Add a marker in Sydney and move the camera  </a:t>
            </a:r>
          </a:p>
          <a:p>
            <a:r>
              <a:rPr lang="en-US" sz="2000" dirty="0"/>
              <a:t>        </a:t>
            </a:r>
            <a:r>
              <a:rPr lang="en-US" sz="2000" dirty="0" err="1"/>
              <a:t>LatLng</a:t>
            </a:r>
            <a:r>
              <a:rPr lang="en-US" sz="2000" dirty="0"/>
              <a:t> </a:t>
            </a:r>
            <a:r>
              <a:rPr lang="en-US" sz="2000" dirty="0" err="1"/>
              <a:t>sydney</a:t>
            </a:r>
            <a:r>
              <a:rPr lang="en-US" sz="2000" dirty="0"/>
              <a:t> = </a:t>
            </a:r>
            <a:r>
              <a:rPr lang="en-US" sz="2000" b="1" dirty="0"/>
              <a:t>new</a:t>
            </a:r>
            <a:r>
              <a:rPr lang="en-US" sz="2000" dirty="0"/>
              <a:t> </a:t>
            </a:r>
            <a:r>
              <a:rPr lang="en-US" sz="2000" dirty="0" err="1"/>
              <a:t>LatLng</a:t>
            </a:r>
            <a:r>
              <a:rPr lang="en-US" sz="2000" dirty="0"/>
              <a:t>(-34, 151);  </a:t>
            </a:r>
          </a:p>
          <a:p>
            <a:r>
              <a:rPr lang="en-US" sz="2000" dirty="0"/>
              <a:t>        </a:t>
            </a:r>
            <a:r>
              <a:rPr lang="en-US" sz="2000" dirty="0" err="1"/>
              <a:t>mMap.addMarker</a:t>
            </a:r>
            <a:r>
              <a:rPr lang="en-US" sz="2000" dirty="0"/>
              <a:t>(</a:t>
            </a:r>
            <a:r>
              <a:rPr lang="en-US" sz="2000" b="1" dirty="0"/>
              <a:t>new</a:t>
            </a:r>
            <a:r>
              <a:rPr lang="en-US" sz="2000" dirty="0"/>
              <a:t> </a:t>
            </a:r>
            <a:r>
              <a:rPr lang="en-US" sz="2000" dirty="0" err="1"/>
              <a:t>MarkerOptions</a:t>
            </a:r>
            <a:r>
              <a:rPr lang="en-US" sz="2000" dirty="0"/>
              <a:t>().position(</a:t>
            </a:r>
            <a:r>
              <a:rPr lang="en-US" sz="2000" dirty="0" err="1"/>
              <a:t>sydney</a:t>
            </a:r>
            <a:r>
              <a:rPr lang="en-US" sz="2000" dirty="0"/>
              <a:t>).title("Marker in Sydney"));  </a:t>
            </a:r>
          </a:p>
          <a:p>
            <a:r>
              <a:rPr lang="en-US" sz="2000" dirty="0"/>
              <a:t>        </a:t>
            </a:r>
            <a:r>
              <a:rPr lang="en-US" sz="2000" dirty="0" err="1"/>
              <a:t>mMap.moveCamera</a:t>
            </a:r>
            <a:r>
              <a:rPr lang="en-US" sz="2000" dirty="0"/>
              <a:t>(</a:t>
            </a:r>
            <a:r>
              <a:rPr lang="en-US" sz="2000" dirty="0" err="1"/>
              <a:t>CameraUpdateFactory.newLatLng</a:t>
            </a:r>
            <a:r>
              <a:rPr lang="en-US" sz="2000" dirty="0"/>
              <a:t>(</a:t>
            </a:r>
            <a:r>
              <a:rPr lang="en-US" sz="2000" dirty="0" err="1"/>
              <a:t>sydney</a:t>
            </a:r>
            <a:r>
              <a:rPr lang="en-US" sz="2000" dirty="0"/>
              <a:t>));  </a:t>
            </a:r>
            <a:r>
              <a:rPr lang="en-US" sz="2000" dirty="0" smtClean="0"/>
              <a:t>}</a:t>
            </a:r>
            <a:r>
              <a:rPr lang="en-US" sz="2000" dirty="0"/>
              <a:t>  </a:t>
            </a:r>
            <a:r>
              <a:rPr lang="en-US" sz="2000" dirty="0" smtClean="0"/>
              <a:t>}</a:t>
            </a:r>
            <a:r>
              <a:rPr lang="en-US" sz="2000" dirty="0"/>
              <a:t>  </a:t>
            </a:r>
          </a:p>
          <a:p>
            <a:r>
              <a:rPr lang="en-US" sz="2000" dirty="0"/>
              <a:t> </a:t>
            </a:r>
          </a:p>
          <a:p>
            <a:endParaRPr lang="en-US" sz="2000" dirty="0"/>
          </a:p>
        </p:txBody>
      </p:sp>
    </p:spTree>
    <p:extLst>
      <p:ext uri="{BB962C8B-B14F-4D97-AF65-F5344CB8AC3E}">
        <p14:creationId xmlns:p14="http://schemas.microsoft.com/office/powerpoint/2010/main" val="2285125896"/>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b="1" dirty="0" smtClean="0">
                <a:latin typeface="Arial" panose="020B0604020202020204" pitchFamily="34" charset="0"/>
                <a:cs typeface="Arial" panose="020B0604020202020204" pitchFamily="34" charset="0"/>
              </a:rPr>
              <a:t>Required Permissions</a:t>
            </a:r>
            <a:endParaRPr lang="en-US" sz="3600" dirty="0">
              <a:latin typeface="Calibri" panose="020F0502020204030204" pitchFamily="34" charset="0"/>
              <a:cs typeface="Calibri" panose="020F0502020204030204" pitchFamily="34" charset="0"/>
            </a:endParaRPr>
          </a:p>
        </p:txBody>
      </p:sp>
      <p:sp>
        <p:nvSpPr>
          <p:cNvPr id="3" name="TextBox 2"/>
          <p:cNvSpPr txBox="1"/>
          <p:nvPr/>
        </p:nvSpPr>
        <p:spPr>
          <a:xfrm>
            <a:off x="130388" y="1043288"/>
            <a:ext cx="11814869" cy="1631216"/>
          </a:xfrm>
          <a:prstGeom prst="rect">
            <a:avLst/>
          </a:prstGeom>
          <a:noFill/>
        </p:spPr>
        <p:txBody>
          <a:bodyPr wrap="square" rtlCol="0">
            <a:spAutoFit/>
          </a:bodyPr>
          <a:lstStyle/>
          <a:p>
            <a:r>
              <a:rPr lang="en-US" sz="2000" dirty="0"/>
              <a:t>Required Permission</a:t>
            </a:r>
          </a:p>
          <a:p>
            <a:r>
              <a:rPr lang="en-US" sz="2000" dirty="0"/>
              <a:t>Add the following user-permission in AndroidManifest.xml file.</a:t>
            </a:r>
          </a:p>
          <a:p>
            <a:r>
              <a:rPr lang="en-US" sz="2000" b="1" dirty="0"/>
              <a:t>&lt;</a:t>
            </a:r>
            <a:r>
              <a:rPr lang="en-US" sz="2000" dirty="0"/>
              <a:t>uses-permission </a:t>
            </a:r>
            <a:r>
              <a:rPr lang="en-US" sz="2000" dirty="0" err="1"/>
              <a:t>android:name</a:t>
            </a:r>
            <a:r>
              <a:rPr lang="en-US" sz="2000" dirty="0"/>
              <a:t>="</a:t>
            </a:r>
            <a:r>
              <a:rPr lang="en-US" sz="2000" dirty="0" err="1"/>
              <a:t>android.permission.ACCESS_FINE_LOCATION</a:t>
            </a:r>
            <a:r>
              <a:rPr lang="en-US" sz="2000" dirty="0"/>
              <a:t>" </a:t>
            </a:r>
            <a:r>
              <a:rPr lang="en-US" sz="2000" b="1" dirty="0"/>
              <a:t>/&gt;</a:t>
            </a:r>
            <a:r>
              <a:rPr lang="en-US" sz="2000" dirty="0"/>
              <a:t>  </a:t>
            </a:r>
          </a:p>
          <a:p>
            <a:r>
              <a:rPr lang="en-US" sz="2000" b="1" dirty="0"/>
              <a:t>&lt;</a:t>
            </a:r>
            <a:r>
              <a:rPr lang="en-US" sz="2000" dirty="0"/>
              <a:t>uses-permission </a:t>
            </a:r>
            <a:r>
              <a:rPr lang="en-US" sz="2000" dirty="0" err="1"/>
              <a:t>android:name</a:t>
            </a:r>
            <a:r>
              <a:rPr lang="en-US" sz="2000" dirty="0"/>
              <a:t>="</a:t>
            </a:r>
            <a:r>
              <a:rPr lang="en-US" sz="2000" dirty="0" err="1"/>
              <a:t>android.permission.ACCESS_COARSE_LOCATION</a:t>
            </a:r>
            <a:r>
              <a:rPr lang="en-US" sz="2000" dirty="0"/>
              <a:t>" </a:t>
            </a:r>
            <a:r>
              <a:rPr lang="en-US" sz="2000" b="1" dirty="0"/>
              <a:t>/&gt;</a:t>
            </a:r>
            <a:r>
              <a:rPr lang="en-US" sz="2000" dirty="0"/>
              <a:t>  </a:t>
            </a:r>
          </a:p>
          <a:p>
            <a:r>
              <a:rPr lang="en-US" sz="2000" b="1" dirty="0"/>
              <a:t>&lt;</a:t>
            </a:r>
            <a:r>
              <a:rPr lang="en-US" sz="2000" dirty="0"/>
              <a:t>uses-permission </a:t>
            </a:r>
            <a:r>
              <a:rPr lang="en-US" sz="2000" dirty="0" err="1"/>
              <a:t>android:name</a:t>
            </a:r>
            <a:r>
              <a:rPr lang="en-US" sz="2000" dirty="0"/>
              <a:t>="</a:t>
            </a:r>
            <a:r>
              <a:rPr lang="en-US" sz="2000" dirty="0" err="1"/>
              <a:t>android.permission.INTERNET</a:t>
            </a:r>
            <a:r>
              <a:rPr lang="en-US" sz="2000" dirty="0"/>
              <a:t>" </a:t>
            </a:r>
            <a:r>
              <a:rPr lang="en-US" sz="2000" b="1" dirty="0"/>
              <a:t>/&gt;</a:t>
            </a:r>
            <a:r>
              <a:rPr lang="en-US" sz="2000" dirty="0"/>
              <a:t>  </a:t>
            </a:r>
          </a:p>
        </p:txBody>
      </p:sp>
    </p:spTree>
    <p:extLst>
      <p:ext uri="{BB962C8B-B14F-4D97-AF65-F5344CB8AC3E}">
        <p14:creationId xmlns:p14="http://schemas.microsoft.com/office/powerpoint/2010/main" val="3529716622"/>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0"/>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endParaRPr lang="en-US" sz="3600" dirty="0"/>
          </a:p>
          <a:p>
            <a:pPr algn="ctr"/>
            <a:r>
              <a:rPr lang="en-US" sz="3600" dirty="0" smtClean="0"/>
              <a:t>AndroidManifest.xml</a:t>
            </a:r>
            <a:r>
              <a:rPr lang="en-US" sz="3600" dirty="0"/>
              <a:t/>
            </a:r>
            <a:br>
              <a:rPr lang="en-US" sz="3600" dirty="0"/>
            </a:br>
            <a:endParaRPr lang="en-US" sz="3600" dirty="0">
              <a:latin typeface="Calibri" panose="020F0502020204030204" pitchFamily="34" charset="0"/>
              <a:cs typeface="Calibri" panose="020F0502020204030204" pitchFamily="34" charset="0"/>
            </a:endParaRPr>
          </a:p>
        </p:txBody>
      </p:sp>
      <p:sp>
        <p:nvSpPr>
          <p:cNvPr id="3" name="TextBox 2"/>
          <p:cNvSpPr txBox="1"/>
          <p:nvPr/>
        </p:nvSpPr>
        <p:spPr>
          <a:xfrm>
            <a:off x="130388" y="1043288"/>
            <a:ext cx="11814869" cy="5909310"/>
          </a:xfrm>
          <a:prstGeom prst="rect">
            <a:avLst/>
          </a:prstGeom>
          <a:noFill/>
        </p:spPr>
        <p:txBody>
          <a:bodyPr wrap="square" rtlCol="0">
            <a:spAutoFit/>
          </a:bodyPr>
          <a:lstStyle/>
          <a:p>
            <a:r>
              <a:rPr lang="en-US" sz="2000" dirty="0"/>
              <a:t>&lt;?xml version="1.0" encoding="utf-8"</a:t>
            </a:r>
            <a:r>
              <a:rPr lang="en-US" sz="2000" b="1" dirty="0"/>
              <a:t>?&gt;</a:t>
            </a:r>
            <a:r>
              <a:rPr lang="en-US" sz="2000" dirty="0"/>
              <a:t>  </a:t>
            </a:r>
          </a:p>
          <a:p>
            <a:r>
              <a:rPr lang="en-US" sz="2000" b="1" dirty="0"/>
              <a:t>&lt;</a:t>
            </a:r>
            <a:r>
              <a:rPr lang="en-US" sz="2000" dirty="0"/>
              <a:t>manifest </a:t>
            </a:r>
            <a:r>
              <a:rPr lang="en-US" sz="2000" dirty="0" err="1"/>
              <a:t>xmlns:android</a:t>
            </a:r>
            <a:r>
              <a:rPr lang="en-US" sz="2000" dirty="0"/>
              <a:t>="http://schemas.android.com/</a:t>
            </a:r>
            <a:r>
              <a:rPr lang="en-US" sz="2000" dirty="0" err="1"/>
              <a:t>apk</a:t>
            </a:r>
            <a:r>
              <a:rPr lang="en-US" sz="2000" dirty="0"/>
              <a:t>/res/android"  </a:t>
            </a:r>
          </a:p>
          <a:p>
            <a:r>
              <a:rPr lang="en-US" sz="2000" dirty="0"/>
              <a:t>    package="</a:t>
            </a:r>
            <a:r>
              <a:rPr lang="en-US" sz="2000" dirty="0" err="1"/>
              <a:t>example.com.mapexample</a:t>
            </a:r>
            <a:r>
              <a:rPr lang="en-US" sz="2000" dirty="0"/>
              <a:t>"</a:t>
            </a:r>
            <a:r>
              <a:rPr lang="en-US" sz="2000" b="1" dirty="0"/>
              <a:t>&gt;</a:t>
            </a:r>
            <a:r>
              <a:rPr lang="en-US" sz="2000" dirty="0"/>
              <a:t>  </a:t>
            </a:r>
          </a:p>
          <a:p>
            <a:r>
              <a:rPr lang="en-US" sz="2000" dirty="0"/>
              <a:t>    &lt;!--  </a:t>
            </a:r>
          </a:p>
          <a:p>
            <a:r>
              <a:rPr lang="en-US" sz="2000" dirty="0"/>
              <a:t>         The ACCESS_COARSE/FINE_LOCATION permissions are not required to use  </a:t>
            </a:r>
          </a:p>
          <a:p>
            <a:r>
              <a:rPr lang="en-US" sz="2000" dirty="0"/>
              <a:t>         Google Maps Android API v2, but you must specify either coarse or fine  </a:t>
            </a:r>
          </a:p>
          <a:p>
            <a:r>
              <a:rPr lang="en-US" sz="2000" dirty="0"/>
              <a:t>         location permissions for the '</a:t>
            </a:r>
            <a:r>
              <a:rPr lang="en-US" sz="2000" dirty="0" err="1"/>
              <a:t>MyLocation</a:t>
            </a:r>
            <a:r>
              <a:rPr lang="en-US" sz="2000" dirty="0"/>
              <a:t>' functionality.   </a:t>
            </a:r>
          </a:p>
          <a:p>
            <a:r>
              <a:rPr lang="en-US" sz="2000" dirty="0"/>
              <a:t>    --</a:t>
            </a:r>
            <a:r>
              <a:rPr lang="en-US" sz="2000" b="1" dirty="0"/>
              <a:t>&gt;</a:t>
            </a:r>
            <a:r>
              <a:rPr lang="en-US" sz="2000" dirty="0"/>
              <a:t>  </a:t>
            </a:r>
          </a:p>
          <a:p>
            <a:r>
              <a:rPr lang="en-US" sz="2000" dirty="0"/>
              <a:t>    </a:t>
            </a:r>
            <a:r>
              <a:rPr lang="en-US" sz="2000" b="1" dirty="0"/>
              <a:t>&lt;</a:t>
            </a:r>
            <a:r>
              <a:rPr lang="en-US" sz="2000" dirty="0"/>
              <a:t>uses-permission </a:t>
            </a:r>
            <a:r>
              <a:rPr lang="en-US" sz="2000" dirty="0" err="1"/>
              <a:t>android:name</a:t>
            </a:r>
            <a:r>
              <a:rPr lang="en-US" sz="2000" dirty="0"/>
              <a:t>="</a:t>
            </a:r>
            <a:r>
              <a:rPr lang="en-US" sz="2000" dirty="0" err="1"/>
              <a:t>android.permission.ACCESS_FINE_LOCATION</a:t>
            </a:r>
            <a:r>
              <a:rPr lang="en-US" sz="2000" dirty="0"/>
              <a:t>" </a:t>
            </a:r>
            <a:r>
              <a:rPr lang="en-US" sz="2000" b="1" dirty="0"/>
              <a:t>/&gt;</a:t>
            </a:r>
            <a:r>
              <a:rPr lang="en-US" sz="2000" dirty="0"/>
              <a:t>  </a:t>
            </a:r>
          </a:p>
          <a:p>
            <a:r>
              <a:rPr lang="en-US" sz="2000" dirty="0"/>
              <a:t>    </a:t>
            </a:r>
            <a:r>
              <a:rPr lang="en-US" sz="2000" b="1" dirty="0"/>
              <a:t>&lt;</a:t>
            </a:r>
            <a:r>
              <a:rPr lang="en-US" sz="2000" dirty="0"/>
              <a:t>uses-permission </a:t>
            </a:r>
            <a:r>
              <a:rPr lang="en-US" sz="2000" dirty="0" err="1"/>
              <a:t>android:name</a:t>
            </a:r>
            <a:r>
              <a:rPr lang="en-US" sz="2000" dirty="0"/>
              <a:t>="</a:t>
            </a:r>
            <a:r>
              <a:rPr lang="en-US" sz="2000" dirty="0" err="1"/>
              <a:t>android.permission.ACCESS_COARSE_LOCATION</a:t>
            </a:r>
            <a:r>
              <a:rPr lang="en-US" sz="2000" dirty="0"/>
              <a:t>" </a:t>
            </a:r>
            <a:r>
              <a:rPr lang="en-US" sz="2000" b="1" dirty="0"/>
              <a:t>/&gt;</a:t>
            </a:r>
            <a:r>
              <a:rPr lang="en-US" sz="2000" dirty="0"/>
              <a:t>  </a:t>
            </a:r>
          </a:p>
          <a:p>
            <a:r>
              <a:rPr lang="en-US" sz="2000" dirty="0"/>
              <a:t>    </a:t>
            </a:r>
            <a:r>
              <a:rPr lang="en-US" sz="2000" b="1" dirty="0"/>
              <a:t>&lt;</a:t>
            </a:r>
            <a:r>
              <a:rPr lang="en-US" sz="2000" dirty="0"/>
              <a:t>uses-permission </a:t>
            </a:r>
            <a:r>
              <a:rPr lang="en-US" sz="2000" dirty="0" err="1"/>
              <a:t>android:name</a:t>
            </a:r>
            <a:r>
              <a:rPr lang="en-US" sz="2000" dirty="0"/>
              <a:t>="</a:t>
            </a:r>
            <a:r>
              <a:rPr lang="en-US" sz="2000" dirty="0" err="1"/>
              <a:t>android.permission.INTERNET</a:t>
            </a:r>
            <a:r>
              <a:rPr lang="en-US" sz="2000" dirty="0"/>
              <a:t>" </a:t>
            </a:r>
            <a:r>
              <a:rPr lang="en-US" sz="2000" b="1" dirty="0"/>
              <a:t>/&gt;</a:t>
            </a:r>
            <a:r>
              <a:rPr lang="en-US" sz="2000" dirty="0"/>
              <a:t>  </a:t>
            </a:r>
            <a:endParaRPr lang="en-US" sz="2000" dirty="0" smtClean="0"/>
          </a:p>
          <a:p>
            <a:r>
              <a:rPr lang="en-US" sz="2000" dirty="0"/>
              <a:t>&lt;application  </a:t>
            </a:r>
          </a:p>
          <a:p>
            <a:r>
              <a:rPr lang="en-US" sz="2000" dirty="0"/>
              <a:t>        </a:t>
            </a:r>
            <a:r>
              <a:rPr lang="en-US" sz="2000" dirty="0" err="1"/>
              <a:t>android:allowBackup</a:t>
            </a:r>
            <a:r>
              <a:rPr lang="en-US" sz="2000" dirty="0"/>
              <a:t>="true"  </a:t>
            </a:r>
          </a:p>
          <a:p>
            <a:r>
              <a:rPr lang="en-US" sz="2000" dirty="0"/>
              <a:t>        </a:t>
            </a:r>
            <a:r>
              <a:rPr lang="en-US" sz="2000" dirty="0" err="1"/>
              <a:t>android:icon</a:t>
            </a:r>
            <a:r>
              <a:rPr lang="en-US" sz="2000" dirty="0"/>
              <a:t>="@</a:t>
            </a:r>
            <a:r>
              <a:rPr lang="en-US" sz="2000" dirty="0" err="1"/>
              <a:t>mipmap</a:t>
            </a:r>
            <a:r>
              <a:rPr lang="en-US" sz="2000" dirty="0"/>
              <a:t>/</a:t>
            </a:r>
            <a:r>
              <a:rPr lang="en-US" sz="2000" dirty="0" err="1"/>
              <a:t>ic_launcher</a:t>
            </a:r>
            <a:r>
              <a:rPr lang="en-US" sz="2000" dirty="0"/>
              <a:t>"  </a:t>
            </a:r>
          </a:p>
          <a:p>
            <a:r>
              <a:rPr lang="en-US" sz="2000" dirty="0"/>
              <a:t>        </a:t>
            </a:r>
            <a:r>
              <a:rPr lang="en-US" sz="2000" dirty="0" err="1"/>
              <a:t>android:label</a:t>
            </a:r>
            <a:r>
              <a:rPr lang="en-US" sz="2000" dirty="0"/>
              <a:t>="@string/</a:t>
            </a:r>
            <a:r>
              <a:rPr lang="en-US" sz="2000" dirty="0" err="1"/>
              <a:t>app_name</a:t>
            </a:r>
            <a:r>
              <a:rPr lang="en-US" sz="2000" dirty="0"/>
              <a:t>"  </a:t>
            </a:r>
          </a:p>
          <a:p>
            <a:r>
              <a:rPr lang="en-US" sz="2000" dirty="0"/>
              <a:t>        </a:t>
            </a:r>
            <a:r>
              <a:rPr lang="en-US" sz="2000" dirty="0" err="1"/>
              <a:t>android:roundIcon</a:t>
            </a:r>
            <a:r>
              <a:rPr lang="en-US" sz="2000" dirty="0"/>
              <a:t>="@</a:t>
            </a:r>
            <a:r>
              <a:rPr lang="en-US" sz="2000" dirty="0" err="1"/>
              <a:t>mipmap</a:t>
            </a:r>
            <a:r>
              <a:rPr lang="en-US" sz="2000" dirty="0"/>
              <a:t>/</a:t>
            </a:r>
            <a:r>
              <a:rPr lang="en-US" sz="2000" dirty="0" err="1"/>
              <a:t>ic_launcher_round</a:t>
            </a:r>
            <a:r>
              <a:rPr lang="en-US" sz="2000" dirty="0"/>
              <a:t>"  </a:t>
            </a:r>
          </a:p>
          <a:p>
            <a:r>
              <a:rPr lang="en-US" sz="2000" dirty="0"/>
              <a:t>        </a:t>
            </a:r>
            <a:r>
              <a:rPr lang="en-US" sz="2000" dirty="0" err="1"/>
              <a:t>android:supportsRtl</a:t>
            </a:r>
            <a:r>
              <a:rPr lang="en-US" sz="2000" dirty="0"/>
              <a:t>="true"  </a:t>
            </a:r>
          </a:p>
          <a:p>
            <a:r>
              <a:rPr lang="en-US" sz="2000" dirty="0"/>
              <a:t>        </a:t>
            </a:r>
            <a:r>
              <a:rPr lang="en-US" sz="2000" dirty="0" err="1"/>
              <a:t>android:theme</a:t>
            </a:r>
            <a:r>
              <a:rPr lang="en-US" sz="2000" dirty="0"/>
              <a:t>="@style/</a:t>
            </a:r>
            <a:r>
              <a:rPr lang="en-US" sz="2000" dirty="0" err="1"/>
              <a:t>AppTheme</a:t>
            </a:r>
            <a:r>
              <a:rPr lang="en-US" sz="2000" dirty="0"/>
              <a:t>"</a:t>
            </a:r>
            <a:r>
              <a:rPr lang="en-US" sz="2000" b="1" dirty="0"/>
              <a:t>&gt;</a:t>
            </a:r>
            <a:endParaRPr lang="en-US" sz="2000" dirty="0"/>
          </a:p>
          <a:p>
            <a:endParaRPr lang="en-US" sz="2000" dirty="0"/>
          </a:p>
        </p:txBody>
      </p:sp>
    </p:spTree>
    <p:extLst>
      <p:ext uri="{BB962C8B-B14F-4D97-AF65-F5344CB8AC3E}">
        <p14:creationId xmlns:p14="http://schemas.microsoft.com/office/powerpoint/2010/main" val="3154522498"/>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0"/>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endParaRPr lang="en-US" sz="3600" dirty="0"/>
          </a:p>
          <a:p>
            <a:pPr algn="ctr"/>
            <a:r>
              <a:rPr lang="en-US" sz="3600" dirty="0" smtClean="0"/>
              <a:t>AndroidManifest.xml</a:t>
            </a:r>
            <a:r>
              <a:rPr lang="en-US" sz="3600" dirty="0"/>
              <a:t/>
            </a:r>
            <a:br>
              <a:rPr lang="en-US" sz="3600" dirty="0"/>
            </a:br>
            <a:endParaRPr lang="en-US" sz="3600" dirty="0">
              <a:latin typeface="Calibri" panose="020F0502020204030204" pitchFamily="34" charset="0"/>
              <a:cs typeface="Calibri" panose="020F0502020204030204" pitchFamily="34" charset="0"/>
            </a:endParaRPr>
          </a:p>
        </p:txBody>
      </p:sp>
      <p:sp>
        <p:nvSpPr>
          <p:cNvPr id="3" name="TextBox 2"/>
          <p:cNvSpPr txBox="1"/>
          <p:nvPr/>
        </p:nvSpPr>
        <p:spPr>
          <a:xfrm>
            <a:off x="130388" y="1043288"/>
            <a:ext cx="11814869" cy="5016758"/>
          </a:xfrm>
          <a:prstGeom prst="rect">
            <a:avLst/>
          </a:prstGeom>
          <a:noFill/>
        </p:spPr>
        <p:txBody>
          <a:bodyPr wrap="square" rtlCol="0">
            <a:spAutoFit/>
          </a:bodyPr>
          <a:lstStyle/>
          <a:p>
            <a:r>
              <a:rPr lang="en-US" sz="2000" dirty="0"/>
              <a:t>&lt;meta-data  </a:t>
            </a:r>
          </a:p>
          <a:p>
            <a:r>
              <a:rPr lang="en-US" sz="2000" dirty="0"/>
              <a:t>            </a:t>
            </a:r>
            <a:r>
              <a:rPr lang="en-US" sz="2000" dirty="0" err="1"/>
              <a:t>android:name</a:t>
            </a:r>
            <a:r>
              <a:rPr lang="en-US" sz="2000" dirty="0"/>
              <a:t>="</a:t>
            </a:r>
            <a:r>
              <a:rPr lang="en-US" sz="2000" dirty="0" err="1"/>
              <a:t>com.google.android.geo.API_KEY</a:t>
            </a:r>
            <a:r>
              <a:rPr lang="en-US" sz="2000" dirty="0"/>
              <a:t>"  </a:t>
            </a:r>
          </a:p>
          <a:p>
            <a:r>
              <a:rPr lang="en-US" sz="2000" dirty="0"/>
              <a:t>            </a:t>
            </a:r>
            <a:r>
              <a:rPr lang="en-US" sz="2000" dirty="0" err="1"/>
              <a:t>android:value</a:t>
            </a:r>
            <a:r>
              <a:rPr lang="en-US" sz="2000" dirty="0"/>
              <a:t>="@string/</a:t>
            </a:r>
            <a:r>
              <a:rPr lang="en-US" sz="2000" dirty="0" err="1"/>
              <a:t>google_maps_key</a:t>
            </a:r>
            <a:r>
              <a:rPr lang="en-US" sz="2000" dirty="0"/>
              <a:t>" </a:t>
            </a:r>
            <a:r>
              <a:rPr lang="en-US" sz="2000" b="1" dirty="0"/>
              <a:t>/&gt;</a:t>
            </a:r>
            <a:r>
              <a:rPr lang="en-US" sz="2000" dirty="0"/>
              <a:t>  </a:t>
            </a:r>
          </a:p>
          <a:p>
            <a:r>
              <a:rPr lang="en-US" sz="2000" dirty="0"/>
              <a:t>  </a:t>
            </a:r>
          </a:p>
          <a:p>
            <a:r>
              <a:rPr lang="en-US" sz="2000" dirty="0"/>
              <a:t>        </a:t>
            </a:r>
            <a:r>
              <a:rPr lang="en-US" sz="2000" b="1" dirty="0"/>
              <a:t>&lt;</a:t>
            </a:r>
            <a:r>
              <a:rPr lang="en-US" sz="2000" dirty="0"/>
              <a:t>activity  </a:t>
            </a:r>
          </a:p>
          <a:p>
            <a:r>
              <a:rPr lang="en-US" sz="2000" dirty="0"/>
              <a:t>            </a:t>
            </a:r>
            <a:r>
              <a:rPr lang="en-US" sz="2000" dirty="0" err="1"/>
              <a:t>android:name</a:t>
            </a:r>
            <a:r>
              <a:rPr lang="en-US" sz="2000" dirty="0"/>
              <a:t>=".</a:t>
            </a:r>
            <a:r>
              <a:rPr lang="en-US" sz="2000" dirty="0" err="1"/>
              <a:t>MapsActivity</a:t>
            </a:r>
            <a:r>
              <a:rPr lang="en-US" sz="2000" dirty="0"/>
              <a:t>"  </a:t>
            </a:r>
          </a:p>
          <a:p>
            <a:r>
              <a:rPr lang="en-US" sz="2000" dirty="0"/>
              <a:t>            </a:t>
            </a:r>
            <a:r>
              <a:rPr lang="en-US" sz="2000" dirty="0" err="1"/>
              <a:t>android:label</a:t>
            </a:r>
            <a:r>
              <a:rPr lang="en-US" sz="2000" dirty="0"/>
              <a:t>="@string/</a:t>
            </a:r>
            <a:r>
              <a:rPr lang="en-US" sz="2000" dirty="0" err="1"/>
              <a:t>title_activity_maps</a:t>
            </a:r>
            <a:r>
              <a:rPr lang="en-US" sz="2000" dirty="0"/>
              <a:t>"</a:t>
            </a:r>
            <a:r>
              <a:rPr lang="en-US" sz="2000" b="1" dirty="0"/>
              <a:t>&gt;</a:t>
            </a:r>
            <a:r>
              <a:rPr lang="en-US" sz="2000" dirty="0"/>
              <a:t>  </a:t>
            </a:r>
          </a:p>
          <a:p>
            <a:r>
              <a:rPr lang="en-US" sz="2000" dirty="0"/>
              <a:t>            </a:t>
            </a:r>
            <a:r>
              <a:rPr lang="en-US" sz="2000" b="1" dirty="0"/>
              <a:t>&lt;</a:t>
            </a:r>
            <a:r>
              <a:rPr lang="en-US" sz="2000" dirty="0"/>
              <a:t>intent-filter</a:t>
            </a:r>
            <a:r>
              <a:rPr lang="en-US" sz="2000" b="1" dirty="0"/>
              <a:t>&gt;</a:t>
            </a:r>
            <a:r>
              <a:rPr lang="en-US" sz="2000" dirty="0"/>
              <a:t>  </a:t>
            </a:r>
          </a:p>
          <a:p>
            <a:r>
              <a:rPr lang="en-US" sz="2000" dirty="0"/>
              <a:t>                </a:t>
            </a:r>
            <a:r>
              <a:rPr lang="en-US" sz="2000" b="1" dirty="0"/>
              <a:t>&lt;</a:t>
            </a:r>
            <a:r>
              <a:rPr lang="en-US" sz="2000" dirty="0"/>
              <a:t>action </a:t>
            </a:r>
            <a:r>
              <a:rPr lang="en-US" sz="2000" dirty="0" err="1"/>
              <a:t>android:name</a:t>
            </a:r>
            <a:r>
              <a:rPr lang="en-US" sz="2000" dirty="0"/>
              <a:t>="</a:t>
            </a:r>
            <a:r>
              <a:rPr lang="en-US" sz="2000" dirty="0" err="1"/>
              <a:t>android.intent.action.MAIN</a:t>
            </a:r>
            <a:r>
              <a:rPr lang="en-US" sz="2000" dirty="0"/>
              <a:t>" </a:t>
            </a:r>
            <a:r>
              <a:rPr lang="en-US" sz="2000" b="1" dirty="0"/>
              <a:t>/&gt;</a:t>
            </a:r>
            <a:r>
              <a:rPr lang="en-US" sz="2000" dirty="0"/>
              <a:t>  </a:t>
            </a:r>
          </a:p>
          <a:p>
            <a:r>
              <a:rPr lang="en-US" sz="2000" dirty="0"/>
              <a:t>  </a:t>
            </a:r>
          </a:p>
          <a:p>
            <a:r>
              <a:rPr lang="en-US" sz="2000" dirty="0"/>
              <a:t>                </a:t>
            </a:r>
            <a:r>
              <a:rPr lang="en-US" sz="2000" b="1" dirty="0"/>
              <a:t>&lt;</a:t>
            </a:r>
            <a:r>
              <a:rPr lang="en-US" sz="2000" dirty="0"/>
              <a:t>category </a:t>
            </a:r>
            <a:r>
              <a:rPr lang="en-US" sz="2000" dirty="0" err="1"/>
              <a:t>android:name</a:t>
            </a:r>
            <a:r>
              <a:rPr lang="en-US" sz="2000" dirty="0"/>
              <a:t>="</a:t>
            </a:r>
            <a:r>
              <a:rPr lang="en-US" sz="2000" dirty="0" err="1"/>
              <a:t>android.intent.category.LAUNCHER</a:t>
            </a:r>
            <a:r>
              <a:rPr lang="en-US" sz="2000" dirty="0"/>
              <a:t>" </a:t>
            </a:r>
            <a:r>
              <a:rPr lang="en-US" sz="2000" b="1" dirty="0"/>
              <a:t>/&gt;</a:t>
            </a:r>
            <a:r>
              <a:rPr lang="en-US" sz="2000" dirty="0"/>
              <a:t>  </a:t>
            </a:r>
          </a:p>
          <a:p>
            <a:r>
              <a:rPr lang="en-US" sz="2000" dirty="0"/>
              <a:t>            </a:t>
            </a:r>
            <a:r>
              <a:rPr lang="en-US" sz="2000" b="1" dirty="0"/>
              <a:t>&lt;/</a:t>
            </a:r>
            <a:r>
              <a:rPr lang="en-US" sz="2000" dirty="0"/>
              <a:t>intent-filter</a:t>
            </a:r>
            <a:r>
              <a:rPr lang="en-US" sz="2000" b="1" dirty="0"/>
              <a:t>&gt;</a:t>
            </a:r>
            <a:r>
              <a:rPr lang="en-US" sz="2000" dirty="0"/>
              <a:t>  </a:t>
            </a:r>
          </a:p>
          <a:p>
            <a:r>
              <a:rPr lang="en-US" sz="2000" dirty="0"/>
              <a:t>        </a:t>
            </a:r>
            <a:r>
              <a:rPr lang="en-US" sz="2000" b="1" dirty="0"/>
              <a:t>&lt;/</a:t>
            </a:r>
            <a:r>
              <a:rPr lang="en-US" sz="2000" dirty="0"/>
              <a:t>activity</a:t>
            </a:r>
            <a:r>
              <a:rPr lang="en-US" sz="2000" b="1" dirty="0"/>
              <a:t>&gt;</a:t>
            </a:r>
            <a:r>
              <a:rPr lang="en-US" sz="2000" dirty="0"/>
              <a:t>  </a:t>
            </a:r>
          </a:p>
          <a:p>
            <a:r>
              <a:rPr lang="en-US" sz="2000" dirty="0"/>
              <a:t>    </a:t>
            </a:r>
            <a:r>
              <a:rPr lang="en-US" sz="2000" b="1" dirty="0"/>
              <a:t>&lt;/</a:t>
            </a:r>
            <a:r>
              <a:rPr lang="en-US" sz="2000" dirty="0"/>
              <a:t>application</a:t>
            </a:r>
            <a:r>
              <a:rPr lang="en-US" sz="2000" b="1" dirty="0"/>
              <a:t>&gt;</a:t>
            </a:r>
            <a:r>
              <a:rPr lang="en-US" sz="2000" dirty="0"/>
              <a:t>  </a:t>
            </a:r>
          </a:p>
          <a:p>
            <a:r>
              <a:rPr lang="en-US" sz="2000" dirty="0"/>
              <a:t>  </a:t>
            </a:r>
          </a:p>
          <a:p>
            <a:r>
              <a:rPr lang="en-US" sz="2000" b="1" dirty="0"/>
              <a:t>&lt;/</a:t>
            </a:r>
            <a:r>
              <a:rPr lang="en-US" sz="2000" dirty="0"/>
              <a:t>manifest</a:t>
            </a:r>
            <a:r>
              <a:rPr lang="en-US" sz="2000" b="1" dirty="0"/>
              <a:t>&gt;</a:t>
            </a:r>
            <a:r>
              <a:rPr lang="en-US" sz="2000" dirty="0"/>
              <a:t>  </a:t>
            </a:r>
          </a:p>
        </p:txBody>
      </p:sp>
    </p:spTree>
    <p:extLst>
      <p:ext uri="{BB962C8B-B14F-4D97-AF65-F5344CB8AC3E}">
        <p14:creationId xmlns:p14="http://schemas.microsoft.com/office/powerpoint/2010/main" val="1735619780"/>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0"/>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dirty="0" err="1" smtClean="0"/>
              <a:t>build.gradel</a:t>
            </a:r>
            <a:endParaRPr lang="en-US" sz="3600" dirty="0">
              <a:latin typeface="Calibri" panose="020F0502020204030204" pitchFamily="34" charset="0"/>
              <a:cs typeface="Calibri" panose="020F0502020204030204" pitchFamily="34" charset="0"/>
            </a:endParaRPr>
          </a:p>
        </p:txBody>
      </p:sp>
      <p:sp>
        <p:nvSpPr>
          <p:cNvPr id="3" name="TextBox 2"/>
          <p:cNvSpPr txBox="1"/>
          <p:nvPr/>
        </p:nvSpPr>
        <p:spPr>
          <a:xfrm>
            <a:off x="130388" y="1043288"/>
            <a:ext cx="11814869" cy="2862322"/>
          </a:xfrm>
          <a:prstGeom prst="rect">
            <a:avLst/>
          </a:prstGeom>
          <a:noFill/>
        </p:spPr>
        <p:txBody>
          <a:bodyPr wrap="square" rtlCol="0">
            <a:spAutoFit/>
          </a:bodyPr>
          <a:lstStyle/>
          <a:p>
            <a:r>
              <a:rPr lang="en-US" sz="2000" dirty="0"/>
              <a:t>Add the following dependencies in </a:t>
            </a:r>
            <a:r>
              <a:rPr lang="en-US" sz="2000" i="1" dirty="0" err="1"/>
              <a:t>build.gradel</a:t>
            </a:r>
            <a:r>
              <a:rPr lang="en-US" sz="2000" dirty="0"/>
              <a:t> file.</a:t>
            </a:r>
          </a:p>
          <a:p>
            <a:r>
              <a:rPr lang="en-US" sz="2000" dirty="0"/>
              <a:t>dependencies {  </a:t>
            </a:r>
          </a:p>
          <a:p>
            <a:r>
              <a:rPr lang="en-US" sz="2000" dirty="0"/>
              <a:t>    implementation </a:t>
            </a:r>
            <a:r>
              <a:rPr lang="en-US" sz="2000" dirty="0" err="1"/>
              <a:t>fileTree</a:t>
            </a:r>
            <a:r>
              <a:rPr lang="en-US" sz="2000" dirty="0"/>
              <a:t>(</a:t>
            </a:r>
            <a:r>
              <a:rPr lang="en-US" sz="2000" dirty="0" err="1"/>
              <a:t>dir</a:t>
            </a:r>
            <a:r>
              <a:rPr lang="en-US" sz="2000" dirty="0"/>
              <a:t>: 'libs', include: ['*.jar'])  </a:t>
            </a:r>
          </a:p>
          <a:p>
            <a:r>
              <a:rPr lang="en-US" sz="2000" dirty="0"/>
              <a:t>    implementation 'com.android.support:appcompat-v7:26.1.0'  </a:t>
            </a:r>
          </a:p>
          <a:p>
            <a:r>
              <a:rPr lang="en-US" sz="2000" dirty="0"/>
              <a:t>    implementation 'com.google.android.gms:play-services-maps:11.8.0'  </a:t>
            </a:r>
          </a:p>
          <a:p>
            <a:r>
              <a:rPr lang="en-US" sz="2000" dirty="0"/>
              <a:t>    </a:t>
            </a:r>
            <a:r>
              <a:rPr lang="en-US" sz="2000" dirty="0" err="1"/>
              <a:t>testImplementation</a:t>
            </a:r>
            <a:r>
              <a:rPr lang="en-US" sz="2000" dirty="0"/>
              <a:t> 'junit:junit:4.12'  </a:t>
            </a:r>
          </a:p>
          <a:p>
            <a:r>
              <a:rPr lang="en-US" sz="2000" dirty="0"/>
              <a:t>    </a:t>
            </a:r>
            <a:r>
              <a:rPr lang="en-US" sz="2000" dirty="0" err="1"/>
              <a:t>androidTestImplementation</a:t>
            </a:r>
            <a:r>
              <a:rPr lang="en-US" sz="2000" dirty="0"/>
              <a:t> 'com.android.support.test:runner:1.0.1'  </a:t>
            </a:r>
          </a:p>
          <a:p>
            <a:r>
              <a:rPr lang="en-US" sz="2000" dirty="0"/>
              <a:t>    </a:t>
            </a:r>
            <a:r>
              <a:rPr lang="en-US" sz="2000" dirty="0" err="1"/>
              <a:t>androidTestImplementation</a:t>
            </a:r>
            <a:r>
              <a:rPr lang="en-US" sz="2000" dirty="0"/>
              <a:t> 'com.android.support.test.espresso:espresso-core:3.0.1'  </a:t>
            </a:r>
          </a:p>
          <a:p>
            <a:r>
              <a:rPr lang="en-US" sz="2000" dirty="0"/>
              <a:t>}  </a:t>
            </a:r>
          </a:p>
        </p:txBody>
      </p:sp>
      <p:sp>
        <p:nvSpPr>
          <p:cNvPr id="2" name="Rectangle 1"/>
          <p:cNvSpPr/>
          <p:nvPr/>
        </p:nvSpPr>
        <p:spPr>
          <a:xfrm>
            <a:off x="5229621" y="3588327"/>
            <a:ext cx="4475018" cy="3048000"/>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19177567"/>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b="1" dirty="0" smtClean="0">
                <a:latin typeface="Arial" panose="020B0604020202020204" pitchFamily="34" charset="0"/>
                <a:cs typeface="Arial" panose="020B0604020202020204" pitchFamily="34" charset="0"/>
              </a:rPr>
              <a:t>Threads</a:t>
            </a:r>
            <a:endParaRPr lang="en-US" sz="3600" dirty="0">
              <a:latin typeface="Calibri" panose="020F0502020204030204" pitchFamily="34" charset="0"/>
              <a:cs typeface="Calibri" panose="020F0502020204030204" pitchFamily="34" charset="0"/>
            </a:endParaRPr>
          </a:p>
        </p:txBody>
      </p:sp>
      <p:sp>
        <p:nvSpPr>
          <p:cNvPr id="3" name="TextBox 2"/>
          <p:cNvSpPr txBox="1"/>
          <p:nvPr/>
        </p:nvSpPr>
        <p:spPr>
          <a:xfrm>
            <a:off x="130388" y="1184856"/>
            <a:ext cx="11814869" cy="4401205"/>
          </a:xfrm>
          <a:prstGeom prst="rect">
            <a:avLst/>
          </a:prstGeom>
          <a:noFill/>
        </p:spPr>
        <p:txBody>
          <a:bodyPr wrap="square" rtlCol="0">
            <a:spAutoFit/>
          </a:bodyPr>
          <a:lstStyle/>
          <a:p>
            <a:pPr fontAlgn="base"/>
            <a:r>
              <a:rPr lang="en-US" sz="2000" dirty="0"/>
              <a:t>In Android, a thread is a unit of execution that can run independently of the main UI thread. Threads can be used to perform long-running tasks without blocking the UI, but they are still part of the same process, not separate background processes.</a:t>
            </a:r>
          </a:p>
          <a:p>
            <a:pPr fontAlgn="base"/>
            <a:r>
              <a:rPr lang="en-US" sz="2000" dirty="0"/>
              <a:t>Threads in Android are typically used to offload tasks from the main thread to avoid freezing the UI. However, they are part of the same application process and share the same memory space. In Java and </a:t>
            </a:r>
            <a:r>
              <a:rPr lang="en-US" sz="2000" dirty="0" err="1"/>
              <a:t>Kotlin</a:t>
            </a:r>
            <a:r>
              <a:rPr lang="en-US" sz="2000" dirty="0"/>
              <a:t>, the Thread class and </a:t>
            </a:r>
            <a:r>
              <a:rPr lang="en-US" sz="2000" dirty="0" err="1"/>
              <a:t>coroutines</a:t>
            </a:r>
            <a:r>
              <a:rPr lang="en-US" sz="2000" dirty="0"/>
              <a:t> can be used to create and manage threads</a:t>
            </a:r>
            <a:r>
              <a:rPr lang="en-US" sz="2000" dirty="0" smtClean="0"/>
              <a:t>.</a:t>
            </a:r>
          </a:p>
          <a:p>
            <a:pPr fontAlgn="base"/>
            <a:endParaRPr lang="en-US" sz="2000" dirty="0" smtClean="0"/>
          </a:p>
          <a:p>
            <a:pPr fontAlgn="base"/>
            <a:r>
              <a:rPr lang="en-US" sz="2000" dirty="0"/>
              <a:t>Thread </a:t>
            </a:r>
            <a:r>
              <a:rPr lang="en-US" sz="2000" dirty="0" err="1"/>
              <a:t>thread</a:t>
            </a:r>
            <a:r>
              <a:rPr lang="en-US" sz="2000" dirty="0"/>
              <a:t> = new Thread(new Runnable() {</a:t>
            </a:r>
          </a:p>
          <a:p>
            <a:pPr fontAlgn="base"/>
            <a:r>
              <a:rPr lang="en-US" sz="2000" dirty="0"/>
              <a:t>    @Override public void run() {</a:t>
            </a:r>
          </a:p>
          <a:p>
            <a:pPr fontAlgn="base"/>
            <a:r>
              <a:rPr lang="en-US" sz="2000" dirty="0"/>
              <a:t>        // code to run in background thread</a:t>
            </a:r>
          </a:p>
          <a:p>
            <a:pPr fontAlgn="base"/>
            <a:r>
              <a:rPr lang="en-US" sz="2000" dirty="0"/>
              <a:t>    }</a:t>
            </a:r>
          </a:p>
          <a:p>
            <a:pPr fontAlgn="base"/>
            <a:r>
              <a:rPr lang="en-US" sz="2000" dirty="0"/>
              <a:t>});</a:t>
            </a:r>
          </a:p>
          <a:p>
            <a:pPr fontAlgn="base"/>
            <a:r>
              <a:rPr lang="en-US" sz="2000" dirty="0" err="1"/>
              <a:t>thread.start</a:t>
            </a:r>
            <a:r>
              <a:rPr lang="en-US" sz="2000" dirty="0"/>
              <a:t>();</a:t>
            </a:r>
          </a:p>
          <a:p>
            <a:pPr fontAlgn="base"/>
            <a:endParaRPr lang="en-US" sz="2000" dirty="0"/>
          </a:p>
        </p:txBody>
      </p:sp>
    </p:spTree>
    <p:extLst>
      <p:ext uri="{BB962C8B-B14F-4D97-AF65-F5344CB8AC3E}">
        <p14:creationId xmlns:p14="http://schemas.microsoft.com/office/powerpoint/2010/main" val="2061276968"/>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b="1" dirty="0" smtClean="0">
                <a:latin typeface="Arial" panose="020B0604020202020204" pitchFamily="34" charset="0"/>
                <a:cs typeface="Arial" panose="020B0604020202020204" pitchFamily="34" charset="0"/>
              </a:rPr>
              <a:t>Threads</a:t>
            </a:r>
            <a:endParaRPr lang="en-US" sz="3600" dirty="0">
              <a:latin typeface="Calibri" panose="020F0502020204030204" pitchFamily="34" charset="0"/>
              <a:cs typeface="Calibri" panose="020F0502020204030204" pitchFamily="34" charset="0"/>
            </a:endParaRPr>
          </a:p>
        </p:txBody>
      </p:sp>
      <p:sp>
        <p:nvSpPr>
          <p:cNvPr id="3" name="TextBox 2"/>
          <p:cNvSpPr txBox="1"/>
          <p:nvPr/>
        </p:nvSpPr>
        <p:spPr>
          <a:xfrm>
            <a:off x="130388" y="1184856"/>
            <a:ext cx="11814869" cy="5262979"/>
          </a:xfrm>
          <a:prstGeom prst="rect">
            <a:avLst/>
          </a:prstGeom>
          <a:noFill/>
        </p:spPr>
        <p:txBody>
          <a:bodyPr wrap="square" rtlCol="0">
            <a:spAutoFit/>
          </a:bodyPr>
          <a:lstStyle/>
          <a:p>
            <a:pPr fontAlgn="base"/>
            <a:r>
              <a:rPr lang="en-US" sz="2400" b="1" dirty="0"/>
              <a:t>There are different types of threads in Android, each with its own use cases:</a:t>
            </a:r>
            <a:endParaRPr lang="en-US" sz="2400" dirty="0"/>
          </a:p>
          <a:p>
            <a:pPr marL="342900" indent="-342900" fontAlgn="base">
              <a:buFont typeface="Wingdings" panose="05000000000000000000" pitchFamily="2" charset="2"/>
              <a:buChar char="q"/>
            </a:pPr>
            <a:r>
              <a:rPr lang="en-US" sz="2400" dirty="0"/>
              <a:t>The main thread, also known as the UI thread, is responsible for handling all UI updates and user interactions. Any code that updates the UI or interacts with the user should be run on the main </a:t>
            </a:r>
            <a:r>
              <a:rPr lang="en-US" sz="2400" dirty="0" smtClean="0"/>
              <a:t>thread.</a:t>
            </a:r>
          </a:p>
          <a:p>
            <a:pPr marL="342900" indent="-342900" fontAlgn="base">
              <a:buFont typeface="Wingdings" panose="05000000000000000000" pitchFamily="2" charset="2"/>
              <a:buChar char="q"/>
            </a:pPr>
            <a:r>
              <a:rPr lang="en-US" sz="2400" dirty="0" smtClean="0"/>
              <a:t>Worker </a:t>
            </a:r>
            <a:r>
              <a:rPr lang="en-US" sz="2400" dirty="0"/>
              <a:t>threads are used for background tasks that should not block the main thread, such as network requests, database operations, and image </a:t>
            </a:r>
            <a:r>
              <a:rPr lang="en-US" sz="2400" dirty="0" smtClean="0"/>
              <a:t>processing.</a:t>
            </a:r>
          </a:p>
          <a:p>
            <a:pPr marL="342900" indent="-342900" fontAlgn="base">
              <a:buFont typeface="Wingdings" panose="05000000000000000000" pitchFamily="2" charset="2"/>
              <a:buChar char="q"/>
            </a:pPr>
            <a:r>
              <a:rPr lang="en-US" sz="2400" dirty="0" err="1" smtClean="0"/>
              <a:t>AsyncTask</a:t>
            </a:r>
            <a:r>
              <a:rPr lang="en-US" sz="2400" dirty="0" smtClean="0"/>
              <a:t> </a:t>
            </a:r>
            <a:r>
              <a:rPr lang="en-US" sz="2400" dirty="0"/>
              <a:t>is a helper class that allows you to perform background tasks and update the UI from the same thread. However, it has some limitations and it’s recommended to use </a:t>
            </a:r>
            <a:r>
              <a:rPr lang="en-US" sz="2400" dirty="0" err="1"/>
              <a:t>coroutines</a:t>
            </a:r>
            <a:r>
              <a:rPr lang="en-US" sz="2400" dirty="0"/>
              <a:t> or other libraries for more complex </a:t>
            </a:r>
            <a:r>
              <a:rPr lang="en-US" sz="2400" dirty="0" smtClean="0"/>
              <a:t>tasks.</a:t>
            </a:r>
          </a:p>
          <a:p>
            <a:pPr marL="342900" indent="-342900" fontAlgn="base">
              <a:buFont typeface="Wingdings" panose="05000000000000000000" pitchFamily="2" charset="2"/>
              <a:buChar char="q"/>
            </a:pPr>
            <a:r>
              <a:rPr lang="en-US" sz="2400" dirty="0" smtClean="0"/>
              <a:t>Services </a:t>
            </a:r>
            <a:r>
              <a:rPr lang="en-US" sz="2400" dirty="0"/>
              <a:t>are used for tasks that should continue running even when the app is not visible, such as playing music or downloading </a:t>
            </a:r>
            <a:r>
              <a:rPr lang="en-US" sz="2400" dirty="0" smtClean="0"/>
              <a:t>files.</a:t>
            </a:r>
          </a:p>
          <a:p>
            <a:pPr marL="342900" indent="-342900" fontAlgn="base">
              <a:buFont typeface="Wingdings" panose="05000000000000000000" pitchFamily="2" charset="2"/>
              <a:buChar char="q"/>
            </a:pPr>
            <a:r>
              <a:rPr lang="en-US" sz="2400" dirty="0" smtClean="0"/>
              <a:t>In </a:t>
            </a:r>
            <a:r>
              <a:rPr lang="en-US" sz="2400" dirty="0"/>
              <a:t>addition to the above, there are other types of threading mechanisms available in android such as </a:t>
            </a:r>
            <a:r>
              <a:rPr lang="en-US" sz="2400" dirty="0" err="1"/>
              <a:t>IntentService</a:t>
            </a:r>
            <a:r>
              <a:rPr lang="en-US" sz="2400" dirty="0"/>
              <a:t>, </a:t>
            </a:r>
            <a:r>
              <a:rPr lang="en-US" sz="2400" dirty="0" err="1"/>
              <a:t>JobIntentService</a:t>
            </a:r>
            <a:r>
              <a:rPr lang="en-US" sz="2400" dirty="0"/>
              <a:t>, Service, </a:t>
            </a:r>
            <a:r>
              <a:rPr lang="en-US" sz="2400" dirty="0" err="1"/>
              <a:t>JobScheduler</a:t>
            </a:r>
            <a:r>
              <a:rPr lang="en-US" sz="2400" dirty="0"/>
              <a:t>, and </a:t>
            </a:r>
            <a:r>
              <a:rPr lang="en-US" sz="2400" dirty="0" err="1"/>
              <a:t>AlarmManager</a:t>
            </a:r>
            <a:r>
              <a:rPr lang="en-US" sz="2400" dirty="0"/>
              <a:t>.</a:t>
            </a:r>
          </a:p>
        </p:txBody>
      </p:sp>
    </p:spTree>
    <p:extLst>
      <p:ext uri="{BB962C8B-B14F-4D97-AF65-F5344CB8AC3E}">
        <p14:creationId xmlns:p14="http://schemas.microsoft.com/office/powerpoint/2010/main" val="3477328581"/>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b="1" dirty="0" smtClean="0">
                <a:latin typeface="Arial" panose="020B0604020202020204" pitchFamily="34" charset="0"/>
                <a:cs typeface="Arial" panose="020B0604020202020204" pitchFamily="34" charset="0"/>
              </a:rPr>
              <a:t>Threads</a:t>
            </a:r>
            <a:endParaRPr lang="en-US" sz="3600" dirty="0">
              <a:latin typeface="Calibri" panose="020F0502020204030204" pitchFamily="34" charset="0"/>
              <a:cs typeface="Calibri" panose="020F0502020204030204" pitchFamily="34" charset="0"/>
            </a:endParaRPr>
          </a:p>
        </p:txBody>
      </p:sp>
      <p:sp>
        <p:nvSpPr>
          <p:cNvPr id="3" name="TextBox 2"/>
          <p:cNvSpPr txBox="1"/>
          <p:nvPr/>
        </p:nvSpPr>
        <p:spPr>
          <a:xfrm>
            <a:off x="130388" y="1184856"/>
            <a:ext cx="11814869" cy="3385542"/>
          </a:xfrm>
          <a:prstGeom prst="rect">
            <a:avLst/>
          </a:prstGeom>
          <a:noFill/>
        </p:spPr>
        <p:txBody>
          <a:bodyPr wrap="square" rtlCol="0">
            <a:spAutoFit/>
          </a:bodyPr>
          <a:lstStyle/>
          <a:p>
            <a:pPr fontAlgn="base"/>
            <a:r>
              <a:rPr lang="en-US" sz="2400" dirty="0"/>
              <a:t>It’s important to choose the right threading mechanism for your task to ensure optimal performance and avoid threading issues. It’s also important to test your app thoroughly on different devices and configurations to ensure that it behaves correctly and does not crash due to threading issues</a:t>
            </a:r>
            <a:r>
              <a:rPr lang="en-US" sz="2400" dirty="0" smtClean="0"/>
              <a:t>.</a:t>
            </a:r>
          </a:p>
          <a:p>
            <a:pPr fontAlgn="base"/>
            <a:r>
              <a:rPr lang="en-US" sz="2000" b="1" dirty="0"/>
              <a:t>Step-by-Step Implementation</a:t>
            </a:r>
          </a:p>
          <a:p>
            <a:pPr fontAlgn="base"/>
            <a:r>
              <a:rPr lang="en-US" sz="2000" b="1" dirty="0"/>
              <a:t>Step 1: Create a New Project in Android Studio</a:t>
            </a:r>
          </a:p>
          <a:p>
            <a:pPr fontAlgn="base"/>
            <a:r>
              <a:rPr lang="en-US" sz="2000" dirty="0"/>
              <a:t>To create a new project in Android Studio please refer to </a:t>
            </a:r>
            <a:r>
              <a:rPr lang="en-US" sz="2000" b="1" u="sng" dirty="0">
                <a:hlinkClick r:id="rId3"/>
              </a:rPr>
              <a:t>How to Create/Start a New Project in Android Studio</a:t>
            </a:r>
            <a:r>
              <a:rPr lang="en-US" sz="2000" dirty="0"/>
              <a:t>.</a:t>
            </a:r>
          </a:p>
          <a:p>
            <a:pPr fontAlgn="base"/>
            <a:r>
              <a:rPr lang="en-US" sz="2000" dirty="0"/>
              <a:t>The code for that has been given </a:t>
            </a:r>
            <a:r>
              <a:rPr lang="en-US" sz="2000" dirty="0" smtClean="0"/>
              <a:t>in</a:t>
            </a:r>
            <a:r>
              <a:rPr lang="en-US" sz="2000" b="1" dirty="0" smtClean="0"/>
              <a:t> </a:t>
            </a:r>
            <a:r>
              <a:rPr lang="en-US" sz="2000" b="1" dirty="0"/>
              <a:t>Java </a:t>
            </a:r>
            <a:r>
              <a:rPr lang="en-US" sz="2000" b="1" dirty="0" smtClean="0"/>
              <a:t>Programming </a:t>
            </a:r>
            <a:r>
              <a:rPr lang="en-US" sz="2000" b="1" dirty="0"/>
              <a:t>Language for Android.</a:t>
            </a:r>
            <a:endParaRPr lang="en-US" sz="2000" dirty="0"/>
          </a:p>
          <a:p>
            <a:pPr fontAlgn="base"/>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05176330"/>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b="1" dirty="0" smtClean="0">
                <a:latin typeface="Arial" panose="020B0604020202020204" pitchFamily="34" charset="0"/>
                <a:cs typeface="Arial" panose="020B0604020202020204" pitchFamily="34" charset="0"/>
              </a:rPr>
              <a:t>XML Code</a:t>
            </a:r>
            <a:endParaRPr lang="en-US" sz="3600" dirty="0">
              <a:latin typeface="Calibri" panose="020F0502020204030204" pitchFamily="34" charset="0"/>
              <a:cs typeface="Calibri" panose="020F0502020204030204" pitchFamily="34" charset="0"/>
            </a:endParaRPr>
          </a:p>
        </p:txBody>
      </p:sp>
      <p:sp>
        <p:nvSpPr>
          <p:cNvPr id="3" name="TextBox 2"/>
          <p:cNvSpPr txBox="1"/>
          <p:nvPr/>
        </p:nvSpPr>
        <p:spPr>
          <a:xfrm>
            <a:off x="130388" y="1015579"/>
            <a:ext cx="11814869" cy="1323439"/>
          </a:xfrm>
          <a:prstGeom prst="rect">
            <a:avLst/>
          </a:prstGeom>
          <a:noFill/>
        </p:spPr>
        <p:txBody>
          <a:bodyPr wrap="square" rtlCol="0">
            <a:spAutoFit/>
          </a:bodyPr>
          <a:lstStyle/>
          <a:p>
            <a:pPr fontAlgn="base"/>
            <a:r>
              <a:rPr lang="en-US" sz="2000" b="1" dirty="0"/>
              <a:t>Step 2: Working with the XML Files</a:t>
            </a:r>
          </a:p>
          <a:p>
            <a:pPr fontAlgn="base"/>
            <a:r>
              <a:rPr lang="en-US" sz="2000" dirty="0"/>
              <a:t>Next, go to the </a:t>
            </a:r>
            <a:r>
              <a:rPr lang="en-US" sz="2000" b="1" dirty="0"/>
              <a:t>activity_main.xml file</a:t>
            </a:r>
            <a:r>
              <a:rPr lang="en-US" sz="2000" dirty="0"/>
              <a:t>, which represents the UI of the project. Below is the code for the </a:t>
            </a:r>
            <a:r>
              <a:rPr lang="en-US" sz="2000" b="1" dirty="0"/>
              <a:t>activity_main.xml</a:t>
            </a:r>
            <a:r>
              <a:rPr lang="en-US" sz="2000" dirty="0"/>
              <a:t> file. Comments are added inside the code to understand the code in more detail</a:t>
            </a:r>
            <a:r>
              <a:rPr lang="en-US" sz="2000" dirty="0" smtClean="0"/>
              <a:t>.</a:t>
            </a:r>
          </a:p>
          <a:p>
            <a:pPr fontAlgn="base"/>
            <a:endParaRPr lang="en-US" sz="2000" dirty="0"/>
          </a:p>
        </p:txBody>
      </p:sp>
    </p:spTree>
    <p:extLst>
      <p:ext uri="{BB962C8B-B14F-4D97-AF65-F5344CB8AC3E}">
        <p14:creationId xmlns:p14="http://schemas.microsoft.com/office/powerpoint/2010/main" val="2311182737"/>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dirty="0" smtClean="0">
                <a:latin typeface="Calibri" panose="020F0502020204030204" pitchFamily="34" charset="0"/>
                <a:cs typeface="Calibri" panose="020F0502020204030204" pitchFamily="34" charset="0"/>
              </a:rPr>
              <a:t>Code In Xml</a:t>
            </a:r>
            <a:endParaRPr lang="en-US" sz="3600" dirty="0">
              <a:latin typeface="Calibri" panose="020F0502020204030204" pitchFamily="34" charset="0"/>
              <a:cs typeface="Calibri" panose="020F050202020403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1979110256"/>
              </p:ext>
            </p:extLst>
          </p:nvPr>
        </p:nvGraphicFramePr>
        <p:xfrm>
          <a:off x="344868" y="1138121"/>
          <a:ext cx="11417642" cy="5322797"/>
        </p:xfrm>
        <a:graphic>
          <a:graphicData uri="http://schemas.openxmlformats.org/drawingml/2006/table">
            <a:tbl>
              <a:tblPr firstRow="1" bandRow="1">
                <a:tableStyleId>{8EC20E35-A176-4012-BC5E-935CFFF8708E}</a:tableStyleId>
              </a:tblPr>
              <a:tblGrid>
                <a:gridCol w="5708821"/>
                <a:gridCol w="5708821"/>
              </a:tblGrid>
              <a:tr h="676944">
                <a:tc gridSpan="2">
                  <a:txBody>
                    <a:bodyPr/>
                    <a:lstStyle/>
                    <a:p>
                      <a:pPr algn="ctr"/>
                      <a:r>
                        <a:rPr lang="en-US" sz="2800" dirty="0" smtClean="0"/>
                        <a:t>XML</a:t>
                      </a:r>
                      <a:r>
                        <a:rPr lang="en-US" sz="2800" baseline="0" dirty="0" smtClean="0"/>
                        <a:t> Code</a:t>
                      </a:r>
                      <a:endParaRPr lang="en-US" dirty="0"/>
                    </a:p>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r>
              <a:tr h="4530317">
                <a:tc>
                  <a:txBody>
                    <a:bodyPr/>
                    <a:lstStyle/>
                    <a:p>
                      <a:pPr fontAlgn="base"/>
                      <a:r>
                        <a:rPr lang="en-US" sz="1800" dirty="0" smtClean="0"/>
                        <a:t>&lt;?xml version="1.0" encoding="utf-8"?&gt;</a:t>
                      </a:r>
                    </a:p>
                    <a:p>
                      <a:pPr fontAlgn="base"/>
                      <a:r>
                        <a:rPr lang="en-US" sz="1800" dirty="0" smtClean="0"/>
                        <a:t>&lt;</a:t>
                      </a:r>
                      <a:r>
                        <a:rPr lang="en-US" sz="1800" dirty="0" err="1" smtClean="0"/>
                        <a:t>LinearLayout</a:t>
                      </a:r>
                      <a:r>
                        <a:rPr lang="en-US" sz="1800" dirty="0" smtClean="0"/>
                        <a:t> </a:t>
                      </a:r>
                    </a:p>
                    <a:p>
                      <a:pPr fontAlgn="base"/>
                      <a:r>
                        <a:rPr lang="en-US" sz="1800" dirty="0" smtClean="0"/>
                        <a:t>    </a:t>
                      </a:r>
                      <a:r>
                        <a:rPr lang="en-US" sz="1800" dirty="0" err="1" smtClean="0"/>
                        <a:t>xmlns:android</a:t>
                      </a:r>
                      <a:r>
                        <a:rPr lang="en-US" sz="1800" dirty="0" smtClean="0"/>
                        <a:t>="http://schemas.android.com/</a:t>
                      </a:r>
                      <a:r>
                        <a:rPr lang="en-US" sz="1800" dirty="0" err="1" smtClean="0"/>
                        <a:t>apk</a:t>
                      </a:r>
                      <a:r>
                        <a:rPr lang="en-US" sz="1800" dirty="0" smtClean="0"/>
                        <a:t>/res/android"</a:t>
                      </a:r>
                    </a:p>
                    <a:p>
                      <a:pPr fontAlgn="base"/>
                      <a:r>
                        <a:rPr lang="en-US" sz="1800" dirty="0" smtClean="0"/>
                        <a:t>    </a:t>
                      </a:r>
                      <a:r>
                        <a:rPr lang="en-US" sz="1800" dirty="0" err="1" smtClean="0"/>
                        <a:t>android:layout_width</a:t>
                      </a:r>
                      <a:r>
                        <a:rPr lang="en-US" sz="1800" dirty="0" smtClean="0"/>
                        <a:t>="</a:t>
                      </a:r>
                      <a:r>
                        <a:rPr lang="en-US" sz="1800" dirty="0" err="1" smtClean="0"/>
                        <a:t>match_parent</a:t>
                      </a:r>
                      <a:r>
                        <a:rPr lang="en-US" sz="1800" dirty="0" smtClean="0"/>
                        <a:t>"</a:t>
                      </a:r>
                    </a:p>
                    <a:p>
                      <a:pPr fontAlgn="base"/>
                      <a:r>
                        <a:rPr lang="en-US" sz="1800" dirty="0" smtClean="0"/>
                        <a:t>    </a:t>
                      </a:r>
                      <a:r>
                        <a:rPr lang="en-US" sz="1800" dirty="0" err="1" smtClean="0"/>
                        <a:t>android:layout_height</a:t>
                      </a:r>
                      <a:r>
                        <a:rPr lang="en-US" sz="1800" dirty="0" smtClean="0"/>
                        <a:t>="</a:t>
                      </a:r>
                      <a:r>
                        <a:rPr lang="en-US" sz="1800" dirty="0" err="1" smtClean="0"/>
                        <a:t>match_parent</a:t>
                      </a:r>
                      <a:r>
                        <a:rPr lang="en-US" sz="1800" dirty="0" smtClean="0"/>
                        <a:t>"</a:t>
                      </a:r>
                    </a:p>
                    <a:p>
                      <a:pPr fontAlgn="base"/>
                      <a:r>
                        <a:rPr lang="en-US" sz="1800" dirty="0" smtClean="0"/>
                        <a:t>    </a:t>
                      </a:r>
                      <a:r>
                        <a:rPr lang="en-US" sz="1800" dirty="0" err="1" smtClean="0"/>
                        <a:t>android:gravity</a:t>
                      </a:r>
                      <a:r>
                        <a:rPr lang="en-US" sz="1800" dirty="0" smtClean="0"/>
                        <a:t>="center"</a:t>
                      </a:r>
                    </a:p>
                    <a:p>
                      <a:pPr fontAlgn="base"/>
                      <a:r>
                        <a:rPr lang="en-US" sz="1800" dirty="0" smtClean="0"/>
                        <a:t>    </a:t>
                      </a:r>
                      <a:r>
                        <a:rPr lang="en-US" sz="1800" dirty="0" err="1" smtClean="0"/>
                        <a:t>android:orientation</a:t>
                      </a:r>
                      <a:r>
                        <a:rPr lang="en-US" sz="1800" dirty="0" smtClean="0"/>
                        <a:t>="vertical"&gt;</a:t>
                      </a:r>
                    </a:p>
                    <a:p>
                      <a:pPr fontAlgn="base"/>
                      <a:r>
                        <a:rPr lang="en-US" sz="1800" dirty="0" smtClean="0"/>
                        <a:t>    &lt;!-- Display the result text --&gt;</a:t>
                      </a:r>
                    </a:p>
                    <a:p>
                      <a:pPr fontAlgn="base"/>
                      <a:r>
                        <a:rPr lang="en-US" sz="1800" dirty="0" smtClean="0"/>
                        <a:t>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base"/>
                      <a:r>
                        <a:rPr lang="en-US" sz="1800" dirty="0" smtClean="0"/>
                        <a:t>&lt;</a:t>
                      </a:r>
                      <a:r>
                        <a:rPr lang="en-US" sz="1800" dirty="0" err="1" smtClean="0"/>
                        <a:t>TextView</a:t>
                      </a:r>
                      <a:endParaRPr lang="en-US" sz="1800" dirty="0" smtClean="0"/>
                    </a:p>
                    <a:p>
                      <a:pPr fontAlgn="base"/>
                      <a:r>
                        <a:rPr lang="en-US" sz="1800" dirty="0" smtClean="0"/>
                        <a:t>        </a:t>
                      </a:r>
                      <a:r>
                        <a:rPr lang="en-US" sz="1800" dirty="0" err="1" smtClean="0"/>
                        <a:t>android:id</a:t>
                      </a:r>
                      <a:r>
                        <a:rPr lang="en-US" sz="1800" dirty="0" smtClean="0"/>
                        <a:t>="@+id/</a:t>
                      </a:r>
                      <a:r>
                        <a:rPr lang="en-US" sz="1800" dirty="0" err="1" smtClean="0"/>
                        <a:t>result_text_view</a:t>
                      </a:r>
                      <a:r>
                        <a:rPr lang="en-US" sz="1800" dirty="0" smtClean="0"/>
                        <a:t>"</a:t>
                      </a:r>
                    </a:p>
                    <a:p>
                      <a:pPr fontAlgn="base"/>
                      <a:r>
                        <a:rPr lang="en-US" sz="1800" dirty="0" smtClean="0"/>
                        <a:t>        </a:t>
                      </a:r>
                      <a:r>
                        <a:rPr lang="en-US" sz="1800" dirty="0" err="1" smtClean="0"/>
                        <a:t>android:layout_width</a:t>
                      </a:r>
                      <a:r>
                        <a:rPr lang="en-US" sz="1800" dirty="0" smtClean="0"/>
                        <a:t>="</a:t>
                      </a:r>
                      <a:r>
                        <a:rPr lang="en-US" sz="1800" dirty="0" err="1" smtClean="0"/>
                        <a:t>wrap_content</a:t>
                      </a:r>
                      <a:r>
                        <a:rPr lang="en-US" sz="1800" dirty="0" smtClean="0"/>
                        <a:t>"</a:t>
                      </a:r>
                    </a:p>
                    <a:p>
                      <a:pPr fontAlgn="base"/>
                      <a:r>
                        <a:rPr lang="en-US" sz="1800" dirty="0" smtClean="0"/>
                        <a:t>        </a:t>
                      </a:r>
                      <a:r>
                        <a:rPr lang="en-US" sz="1800" dirty="0" err="1" smtClean="0"/>
                        <a:t>android:layout_height</a:t>
                      </a:r>
                      <a:r>
                        <a:rPr lang="en-US" sz="1800" dirty="0" smtClean="0"/>
                        <a:t>="</a:t>
                      </a:r>
                      <a:r>
                        <a:rPr lang="en-US" sz="1800" dirty="0" err="1" smtClean="0"/>
                        <a:t>wrap_content</a:t>
                      </a:r>
                      <a:r>
                        <a:rPr lang="en-US" sz="1800" dirty="0" smtClean="0"/>
                        <a:t>"</a:t>
                      </a:r>
                    </a:p>
                    <a:p>
                      <a:pPr fontAlgn="base"/>
                      <a:r>
                        <a:rPr lang="en-US" sz="1800" dirty="0" smtClean="0"/>
                        <a:t>        </a:t>
                      </a:r>
                      <a:r>
                        <a:rPr lang="en-US" sz="1800" dirty="0" err="1" smtClean="0"/>
                        <a:t>android:text</a:t>
                      </a:r>
                      <a:r>
                        <a:rPr lang="en-US" sz="1800" dirty="0" smtClean="0"/>
                        <a:t>="Result will appear here"</a:t>
                      </a:r>
                    </a:p>
                    <a:p>
                      <a:pPr fontAlgn="base"/>
                      <a:r>
                        <a:rPr lang="en-US" sz="1800" dirty="0" smtClean="0"/>
                        <a:t>        </a:t>
                      </a:r>
                      <a:r>
                        <a:rPr lang="en-US" sz="1800" dirty="0" err="1" smtClean="0"/>
                        <a:t>android:textSize</a:t>
                      </a:r>
                      <a:r>
                        <a:rPr lang="en-US" sz="1800" dirty="0" smtClean="0"/>
                        <a:t>="25sp" /&gt;</a:t>
                      </a:r>
                    </a:p>
                    <a:p>
                      <a:pPr fontAlgn="base"/>
                      <a:r>
                        <a:rPr lang="en-US" sz="1800" dirty="0" smtClean="0"/>
                        <a:t>    &lt;!-- Start button --&gt;</a:t>
                      </a:r>
                    </a:p>
                    <a:p>
                      <a:pPr fontAlgn="base"/>
                      <a:r>
                        <a:rPr lang="en-US" sz="1800" dirty="0" smtClean="0"/>
                        <a:t>&lt;Button</a:t>
                      </a:r>
                    </a:p>
                    <a:p>
                      <a:pPr fontAlgn="base"/>
                      <a:r>
                        <a:rPr lang="en-US" sz="1800" dirty="0" smtClean="0"/>
                        <a:t>        </a:t>
                      </a:r>
                      <a:r>
                        <a:rPr lang="en-US" sz="1800" dirty="0" err="1" smtClean="0"/>
                        <a:t>android:id</a:t>
                      </a:r>
                      <a:r>
                        <a:rPr lang="en-US" sz="1800" dirty="0" smtClean="0"/>
                        <a:t>="@+id/</a:t>
                      </a:r>
                      <a:r>
                        <a:rPr lang="en-US" sz="1800" dirty="0" err="1" smtClean="0"/>
                        <a:t>start_button</a:t>
                      </a:r>
                      <a:r>
                        <a:rPr lang="en-US" sz="1800" dirty="0" smtClean="0"/>
                        <a:t>"</a:t>
                      </a:r>
                    </a:p>
                    <a:p>
                      <a:pPr fontAlgn="base"/>
                      <a:r>
                        <a:rPr lang="en-US" sz="1800" dirty="0" smtClean="0"/>
                        <a:t>        </a:t>
                      </a:r>
                      <a:r>
                        <a:rPr lang="en-US" sz="1800" dirty="0" err="1" smtClean="0"/>
                        <a:t>android:layout_width</a:t>
                      </a:r>
                      <a:r>
                        <a:rPr lang="en-US" sz="1800" dirty="0" smtClean="0"/>
                        <a:t>="</a:t>
                      </a:r>
                      <a:r>
                        <a:rPr lang="en-US" sz="1800" dirty="0" err="1" smtClean="0"/>
                        <a:t>wrap_content</a:t>
                      </a:r>
                      <a:r>
                        <a:rPr lang="en-US" sz="1800" dirty="0" smtClean="0"/>
                        <a:t>"</a:t>
                      </a:r>
                    </a:p>
                    <a:p>
                      <a:pPr fontAlgn="base"/>
                      <a:r>
                        <a:rPr lang="en-US" sz="1800" dirty="0" smtClean="0"/>
                        <a:t>        </a:t>
                      </a:r>
                      <a:r>
                        <a:rPr lang="en-US" sz="1800" dirty="0" err="1" smtClean="0"/>
                        <a:t>android:layout_height</a:t>
                      </a:r>
                      <a:r>
                        <a:rPr lang="en-US" sz="1800" dirty="0" smtClean="0"/>
                        <a:t>="</a:t>
                      </a:r>
                      <a:r>
                        <a:rPr lang="en-US" sz="1800" dirty="0" err="1" smtClean="0"/>
                        <a:t>wrap_content</a:t>
                      </a:r>
                      <a:r>
                        <a:rPr lang="en-US" sz="1800" dirty="0" smtClean="0"/>
                        <a:t>"</a:t>
                      </a:r>
                    </a:p>
                    <a:p>
                      <a:pPr fontAlgn="base"/>
                      <a:r>
                        <a:rPr lang="en-US" sz="1800" dirty="0" smtClean="0"/>
                        <a:t>        </a:t>
                      </a:r>
                      <a:r>
                        <a:rPr lang="en-US" sz="1800" dirty="0" err="1" smtClean="0"/>
                        <a:t>android:text</a:t>
                      </a:r>
                      <a:r>
                        <a:rPr lang="en-US" sz="1800" dirty="0" smtClean="0"/>
                        <a:t>="Start" /&gt;</a:t>
                      </a:r>
                    </a:p>
                    <a:p>
                      <a:pPr fontAlgn="base"/>
                      <a:r>
                        <a:rPr lang="en-US" sz="1800" dirty="0" smtClean="0"/>
                        <a:t>  </a:t>
                      </a:r>
                    </a:p>
                    <a:p>
                      <a:pPr fontAlgn="base"/>
                      <a:r>
                        <a:rPr lang="en-US" sz="1800" dirty="0" smtClean="0"/>
                        <a:t>&lt;/</a:t>
                      </a:r>
                      <a:r>
                        <a:rPr lang="en-US" sz="1800" dirty="0" err="1" smtClean="0"/>
                        <a:t>LinearLayout</a:t>
                      </a:r>
                      <a:r>
                        <a:rPr lang="en-US" sz="1800" dirty="0" smtClean="0"/>
                        <a:t>&gt;</a:t>
                      </a:r>
                    </a:p>
                    <a:p>
                      <a:pPr algn="l"/>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887140758"/>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dirty="0" smtClean="0">
                <a:latin typeface="Calibri" panose="020F0502020204030204" pitchFamily="34" charset="0"/>
                <a:cs typeface="Calibri" panose="020F0502020204030204" pitchFamily="34" charset="0"/>
              </a:rPr>
              <a:t>Code In Java</a:t>
            </a:r>
            <a:endParaRPr lang="en-US" sz="3600" dirty="0">
              <a:latin typeface="Calibri" panose="020F0502020204030204" pitchFamily="34" charset="0"/>
              <a:cs typeface="Calibri" panose="020F050202020403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2436706084"/>
              </p:ext>
            </p:extLst>
          </p:nvPr>
        </p:nvGraphicFramePr>
        <p:xfrm>
          <a:off x="344868" y="1138121"/>
          <a:ext cx="11417642" cy="5821680"/>
        </p:xfrm>
        <a:graphic>
          <a:graphicData uri="http://schemas.openxmlformats.org/drawingml/2006/table">
            <a:tbl>
              <a:tblPr firstRow="1" bandRow="1">
                <a:tableStyleId>{8EC20E35-A176-4012-BC5E-935CFFF8708E}</a:tableStyleId>
              </a:tblPr>
              <a:tblGrid>
                <a:gridCol w="5708821"/>
                <a:gridCol w="5708821"/>
              </a:tblGrid>
              <a:tr h="676944">
                <a:tc gridSpan="2">
                  <a:txBody>
                    <a:bodyPr/>
                    <a:lstStyle/>
                    <a:p>
                      <a:pPr algn="ctr"/>
                      <a:r>
                        <a:rPr lang="en-US" sz="2800" baseline="0" dirty="0" smtClean="0"/>
                        <a:t>Java </a:t>
                      </a:r>
                      <a:r>
                        <a:rPr lang="en-US" sz="2800" baseline="0" dirty="0" smtClean="0"/>
                        <a:t>Code</a:t>
                      </a:r>
                      <a:endParaRPr lang="en-US" dirty="0"/>
                    </a:p>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r>
              <a:tr h="4530317">
                <a:tc>
                  <a:txBody>
                    <a:bodyPr/>
                    <a:lstStyle/>
                    <a:p>
                      <a:pPr fontAlgn="base"/>
                      <a:r>
                        <a:rPr lang="en-US" sz="1800" b="1" kern="1200" dirty="0" smtClean="0">
                          <a:solidFill>
                            <a:schemeClr val="dk1"/>
                          </a:solidFill>
                          <a:effectLst/>
                          <a:latin typeface="+mn-lt"/>
                          <a:ea typeface="+mn-ea"/>
                          <a:cs typeface="+mn-cs"/>
                        </a:rPr>
                        <a:t>import</a:t>
                      </a:r>
                      <a:r>
                        <a:rPr lang="en-US" sz="1800" kern="1200" dirty="0" smtClean="0">
                          <a:solidFill>
                            <a:schemeClr val="dk1"/>
                          </a:solidFill>
                          <a:effectLst/>
                          <a:latin typeface="+mn-lt"/>
                          <a:ea typeface="+mn-ea"/>
                          <a:cs typeface="+mn-cs"/>
                        </a:rPr>
                        <a:t> </a:t>
                      </a:r>
                      <a:r>
                        <a:rPr lang="en-US" sz="1800" b="1" kern="1200" dirty="0" err="1" smtClean="0">
                          <a:solidFill>
                            <a:schemeClr val="dk1"/>
                          </a:solidFill>
                          <a:effectLst/>
                          <a:latin typeface="+mn-lt"/>
                          <a:ea typeface="+mn-ea"/>
                          <a:cs typeface="+mn-cs"/>
                        </a:rPr>
                        <a:t>android.os.AsyncTask</a:t>
                      </a:r>
                      <a:r>
                        <a:rPr lang="en-US" dirty="0" smtClean="0">
                          <a:effectLst/>
                        </a:rPr>
                        <a:t>;</a:t>
                      </a:r>
                      <a:r>
                        <a:rPr lang="en-US" dirty="0" smtClean="0"/>
                        <a:t> </a:t>
                      </a:r>
                      <a:r>
                        <a:rPr lang="en-US" sz="1800" b="1" kern="1200" dirty="0" smtClean="0">
                          <a:solidFill>
                            <a:schemeClr val="dk1"/>
                          </a:solidFill>
                          <a:effectLst/>
                          <a:latin typeface="+mn-lt"/>
                          <a:ea typeface="+mn-ea"/>
                          <a:cs typeface="+mn-cs"/>
                        </a:rPr>
                        <a:t>import</a:t>
                      </a:r>
                      <a:r>
                        <a:rPr lang="en-US" sz="1800" kern="1200" dirty="0" smtClean="0">
                          <a:solidFill>
                            <a:schemeClr val="dk1"/>
                          </a:solidFill>
                          <a:effectLst/>
                          <a:latin typeface="+mn-lt"/>
                          <a:ea typeface="+mn-ea"/>
                          <a:cs typeface="+mn-cs"/>
                        </a:rPr>
                        <a:t> </a:t>
                      </a:r>
                      <a:r>
                        <a:rPr lang="en-US" sz="1800" b="1" kern="1200" dirty="0" err="1" smtClean="0">
                          <a:solidFill>
                            <a:schemeClr val="dk1"/>
                          </a:solidFill>
                          <a:effectLst/>
                          <a:latin typeface="+mn-lt"/>
                          <a:ea typeface="+mn-ea"/>
                          <a:cs typeface="+mn-cs"/>
                        </a:rPr>
                        <a:t>android.os.Bundle</a:t>
                      </a:r>
                      <a:r>
                        <a:rPr lang="en-US" dirty="0" smtClean="0">
                          <a:effectLst/>
                        </a:rPr>
                        <a:t>;</a:t>
                      </a:r>
                      <a:r>
                        <a:rPr lang="en-US" dirty="0" smtClean="0"/>
                        <a:t> </a:t>
                      </a:r>
                      <a:r>
                        <a:rPr lang="en-US" sz="1800" b="1" kern="1200" dirty="0" smtClean="0">
                          <a:solidFill>
                            <a:schemeClr val="dk1"/>
                          </a:solidFill>
                          <a:effectLst/>
                          <a:latin typeface="+mn-lt"/>
                          <a:ea typeface="+mn-ea"/>
                          <a:cs typeface="+mn-cs"/>
                        </a:rPr>
                        <a:t>import</a:t>
                      </a:r>
                      <a:r>
                        <a:rPr lang="en-US" sz="1800" kern="1200" dirty="0" smtClean="0">
                          <a:solidFill>
                            <a:schemeClr val="dk1"/>
                          </a:solidFill>
                          <a:effectLst/>
                          <a:latin typeface="+mn-lt"/>
                          <a:ea typeface="+mn-ea"/>
                          <a:cs typeface="+mn-cs"/>
                        </a:rPr>
                        <a:t> </a:t>
                      </a:r>
                      <a:r>
                        <a:rPr lang="en-US" sz="1800" b="1" kern="1200" dirty="0" err="1" smtClean="0">
                          <a:solidFill>
                            <a:schemeClr val="dk1"/>
                          </a:solidFill>
                          <a:effectLst/>
                          <a:latin typeface="+mn-lt"/>
                          <a:ea typeface="+mn-ea"/>
                          <a:cs typeface="+mn-cs"/>
                        </a:rPr>
                        <a:t>android.widget.Button</a:t>
                      </a:r>
                      <a:r>
                        <a:rPr lang="en-US" dirty="0" smtClean="0">
                          <a:effectLst/>
                        </a:rPr>
                        <a:t>;</a:t>
                      </a:r>
                      <a:r>
                        <a:rPr lang="en-US" dirty="0" smtClean="0"/>
                        <a:t> </a:t>
                      </a:r>
                      <a:r>
                        <a:rPr lang="en-US" sz="1800" b="1" kern="1200" dirty="0" smtClean="0">
                          <a:solidFill>
                            <a:schemeClr val="dk1"/>
                          </a:solidFill>
                          <a:effectLst/>
                          <a:latin typeface="+mn-lt"/>
                          <a:ea typeface="+mn-ea"/>
                          <a:cs typeface="+mn-cs"/>
                        </a:rPr>
                        <a:t>import</a:t>
                      </a:r>
                      <a:r>
                        <a:rPr lang="en-US" sz="1800" kern="1200" dirty="0" smtClean="0">
                          <a:solidFill>
                            <a:schemeClr val="dk1"/>
                          </a:solidFill>
                          <a:effectLst/>
                          <a:latin typeface="+mn-lt"/>
                          <a:ea typeface="+mn-ea"/>
                          <a:cs typeface="+mn-cs"/>
                        </a:rPr>
                        <a:t> </a:t>
                      </a:r>
                      <a:r>
                        <a:rPr lang="en-US" sz="1800" b="1" kern="1200" dirty="0" err="1" smtClean="0">
                          <a:solidFill>
                            <a:schemeClr val="dk1"/>
                          </a:solidFill>
                          <a:effectLst/>
                          <a:latin typeface="+mn-lt"/>
                          <a:ea typeface="+mn-ea"/>
                          <a:cs typeface="+mn-cs"/>
                        </a:rPr>
                        <a:t>android.widget.TextView</a:t>
                      </a:r>
                      <a:r>
                        <a:rPr lang="en-US" dirty="0" smtClean="0">
                          <a:effectLst/>
                        </a:rPr>
                        <a:t>;</a:t>
                      </a:r>
                      <a:r>
                        <a:rPr lang="en-US" dirty="0" smtClean="0"/>
                        <a:t> </a:t>
                      </a:r>
                      <a:r>
                        <a:rPr lang="en-US" sz="1800" b="1" kern="1200" dirty="0" smtClean="0">
                          <a:solidFill>
                            <a:schemeClr val="dk1"/>
                          </a:solidFill>
                          <a:effectLst/>
                          <a:latin typeface="+mn-lt"/>
                          <a:ea typeface="+mn-ea"/>
                          <a:cs typeface="+mn-cs"/>
                        </a:rPr>
                        <a:t>import</a:t>
                      </a:r>
                      <a:r>
                        <a:rPr lang="en-US" sz="1800" kern="1200" dirty="0" smtClean="0">
                          <a:solidFill>
                            <a:schemeClr val="dk1"/>
                          </a:solidFill>
                          <a:effectLst/>
                          <a:latin typeface="+mn-lt"/>
                          <a:ea typeface="+mn-ea"/>
                          <a:cs typeface="+mn-cs"/>
                        </a:rPr>
                        <a:t> </a:t>
                      </a:r>
                      <a:r>
                        <a:rPr lang="en-US" sz="1800" b="1" kern="1200" dirty="0" err="1" smtClean="0">
                          <a:solidFill>
                            <a:schemeClr val="dk1"/>
                          </a:solidFill>
                          <a:effectLst/>
                          <a:latin typeface="+mn-lt"/>
                          <a:ea typeface="+mn-ea"/>
                          <a:cs typeface="+mn-cs"/>
                        </a:rPr>
                        <a:t>androidx.appcompat.app.AppCompatActivity</a:t>
                      </a:r>
                      <a:r>
                        <a:rPr lang="en-US" dirty="0" smtClean="0">
                          <a:effectLst/>
                        </a:rPr>
                        <a:t>;</a:t>
                      </a:r>
                      <a:r>
                        <a:rPr lang="en-US" dirty="0" smtClean="0"/>
                        <a:t> </a:t>
                      </a:r>
                      <a:r>
                        <a:rPr lang="en-US" sz="1800" b="1" kern="1200" dirty="0" smtClean="0">
                          <a:solidFill>
                            <a:schemeClr val="dk1"/>
                          </a:solidFill>
                          <a:effectLst/>
                          <a:latin typeface="+mn-lt"/>
                          <a:ea typeface="+mn-ea"/>
                          <a:cs typeface="+mn-cs"/>
                        </a:rPr>
                        <a:t>public</a:t>
                      </a:r>
                      <a:r>
                        <a:rPr lang="en-US" sz="1800" kern="1200" dirty="0" smtClean="0">
                          <a:solidFill>
                            <a:schemeClr val="dk1"/>
                          </a:solidFill>
                          <a:effectLst/>
                          <a:latin typeface="+mn-lt"/>
                          <a:ea typeface="+mn-ea"/>
                          <a:cs typeface="+mn-cs"/>
                        </a:rPr>
                        <a:t> </a:t>
                      </a:r>
                      <a:r>
                        <a:rPr lang="en-US" sz="1800" b="1" kern="1200" dirty="0" smtClean="0">
                          <a:solidFill>
                            <a:schemeClr val="dk1"/>
                          </a:solidFill>
                          <a:effectLst/>
                          <a:latin typeface="+mn-lt"/>
                          <a:ea typeface="+mn-ea"/>
                          <a:cs typeface="+mn-cs"/>
                        </a:rPr>
                        <a:t>class</a:t>
                      </a:r>
                      <a:r>
                        <a:rPr lang="en-US" dirty="0" smtClean="0"/>
                        <a:t> </a:t>
                      </a:r>
                      <a:r>
                        <a:rPr lang="en-US" sz="1800" b="1" kern="1200" dirty="0" err="1" smtClean="0">
                          <a:solidFill>
                            <a:schemeClr val="dk1"/>
                          </a:solidFill>
                          <a:effectLst/>
                          <a:latin typeface="+mn-lt"/>
                          <a:ea typeface="+mn-ea"/>
                          <a:cs typeface="+mn-cs"/>
                        </a:rPr>
                        <a:t>MainActivity</a:t>
                      </a:r>
                      <a:r>
                        <a:rPr lang="en-US" sz="1800" kern="1200" dirty="0" smtClean="0">
                          <a:solidFill>
                            <a:schemeClr val="dk1"/>
                          </a:solidFill>
                          <a:effectLst/>
                          <a:latin typeface="+mn-lt"/>
                          <a:ea typeface="+mn-ea"/>
                          <a:cs typeface="+mn-cs"/>
                        </a:rPr>
                        <a:t> </a:t>
                      </a:r>
                      <a:r>
                        <a:rPr lang="en-US" sz="1800" b="1" kern="1200" dirty="0" smtClean="0">
                          <a:solidFill>
                            <a:schemeClr val="dk1"/>
                          </a:solidFill>
                          <a:effectLst/>
                          <a:latin typeface="+mn-lt"/>
                          <a:ea typeface="+mn-ea"/>
                          <a:cs typeface="+mn-cs"/>
                        </a:rPr>
                        <a:t>extends</a:t>
                      </a:r>
                      <a:r>
                        <a:rPr lang="en-US" sz="1800" kern="1200" dirty="0" smtClean="0">
                          <a:solidFill>
                            <a:schemeClr val="dk1"/>
                          </a:solidFill>
                          <a:effectLst/>
                          <a:latin typeface="+mn-lt"/>
                          <a:ea typeface="+mn-ea"/>
                          <a:cs typeface="+mn-cs"/>
                        </a:rPr>
                        <a:t> </a:t>
                      </a:r>
                      <a:r>
                        <a:rPr lang="en-US" dirty="0" err="1" smtClean="0">
                          <a:effectLst/>
                        </a:rPr>
                        <a:t>AppCompatActivity</a:t>
                      </a:r>
                      <a:r>
                        <a:rPr lang="en-US" sz="1800" kern="1200" dirty="0" smtClean="0">
                          <a:solidFill>
                            <a:schemeClr val="dk1"/>
                          </a:solidFill>
                          <a:effectLst/>
                          <a:latin typeface="+mn-lt"/>
                          <a:ea typeface="+mn-ea"/>
                          <a:cs typeface="+mn-cs"/>
                        </a:rPr>
                        <a:t> </a:t>
                      </a:r>
                      <a:r>
                        <a:rPr lang="en-US" dirty="0" smtClean="0">
                          <a:effectLst/>
                        </a:rPr>
                        <a:t>{</a:t>
                      </a:r>
                      <a:r>
                        <a:rPr lang="en-US" dirty="0" smtClean="0"/>
                        <a:t> </a:t>
                      </a:r>
                      <a:r>
                        <a:rPr lang="en-US" sz="1800" b="1" kern="1200" dirty="0" smtClean="0">
                          <a:solidFill>
                            <a:schemeClr val="dk1"/>
                          </a:solidFill>
                          <a:effectLst/>
                          <a:latin typeface="+mn-lt"/>
                          <a:ea typeface="+mn-ea"/>
                          <a:cs typeface="+mn-cs"/>
                        </a:rPr>
                        <a:t>private</a:t>
                      </a:r>
                      <a:r>
                        <a:rPr lang="en-US" sz="1800" kern="1200" dirty="0" smtClean="0">
                          <a:solidFill>
                            <a:schemeClr val="dk1"/>
                          </a:solidFill>
                          <a:effectLst/>
                          <a:latin typeface="+mn-lt"/>
                          <a:ea typeface="+mn-ea"/>
                          <a:cs typeface="+mn-cs"/>
                        </a:rPr>
                        <a:t> </a:t>
                      </a:r>
                      <a:r>
                        <a:rPr lang="en-US" dirty="0" err="1" smtClean="0">
                          <a:effectLst/>
                        </a:rPr>
                        <a:t>TextView</a:t>
                      </a:r>
                      <a:r>
                        <a:rPr lang="en-US" sz="1800" kern="1200" dirty="0" smtClean="0">
                          <a:solidFill>
                            <a:schemeClr val="dk1"/>
                          </a:solidFill>
                          <a:effectLst/>
                          <a:latin typeface="+mn-lt"/>
                          <a:ea typeface="+mn-ea"/>
                          <a:cs typeface="+mn-cs"/>
                        </a:rPr>
                        <a:t> </a:t>
                      </a:r>
                      <a:r>
                        <a:rPr lang="en-US" dirty="0" err="1" smtClean="0">
                          <a:effectLst/>
                        </a:rPr>
                        <a:t>resultTextView</a:t>
                      </a:r>
                      <a:r>
                        <a:rPr lang="en-US" dirty="0" smtClean="0">
                          <a:effectLst/>
                        </a:rPr>
                        <a:t>;</a:t>
                      </a:r>
                      <a:r>
                        <a:rPr lang="en-US" dirty="0" smtClean="0"/>
                        <a:t> </a:t>
                      </a:r>
                      <a:r>
                        <a:rPr lang="en-US" sz="1800" kern="1200" dirty="0" smtClean="0">
                          <a:solidFill>
                            <a:schemeClr val="dk1"/>
                          </a:solidFill>
                          <a:effectLst/>
                          <a:latin typeface="+mn-lt"/>
                          <a:ea typeface="+mn-ea"/>
                          <a:cs typeface="+mn-cs"/>
                        </a:rPr>
                        <a:t>@Override</a:t>
                      </a:r>
                      <a:r>
                        <a:rPr lang="en-US" dirty="0" smtClean="0"/>
                        <a:t> </a:t>
                      </a:r>
                      <a:r>
                        <a:rPr lang="en-US" sz="1800" b="1" kern="1200" dirty="0" smtClean="0">
                          <a:solidFill>
                            <a:schemeClr val="dk1"/>
                          </a:solidFill>
                          <a:effectLst/>
                          <a:latin typeface="+mn-lt"/>
                          <a:ea typeface="+mn-ea"/>
                          <a:cs typeface="+mn-cs"/>
                        </a:rPr>
                        <a:t>protected</a:t>
                      </a:r>
                      <a:r>
                        <a:rPr lang="en-US" sz="1800" kern="1200" dirty="0" smtClean="0">
                          <a:solidFill>
                            <a:schemeClr val="dk1"/>
                          </a:solidFill>
                          <a:effectLst/>
                          <a:latin typeface="+mn-lt"/>
                          <a:ea typeface="+mn-ea"/>
                          <a:cs typeface="+mn-cs"/>
                        </a:rPr>
                        <a:t> void </a:t>
                      </a:r>
                      <a:r>
                        <a:rPr lang="en-US" sz="1800" kern="1200" dirty="0" err="1" smtClean="0">
                          <a:solidFill>
                            <a:schemeClr val="dk1"/>
                          </a:solidFill>
                          <a:effectLst/>
                          <a:latin typeface="+mn-lt"/>
                          <a:ea typeface="+mn-ea"/>
                          <a:cs typeface="+mn-cs"/>
                        </a:rPr>
                        <a:t>onCreate</a:t>
                      </a:r>
                      <a:r>
                        <a:rPr lang="en-US" dirty="0" smtClean="0">
                          <a:effectLst/>
                        </a:rPr>
                        <a:t>(Bundle</a:t>
                      </a:r>
                      <a:r>
                        <a:rPr lang="en-US" sz="1800" kern="1200" dirty="0" smtClean="0">
                          <a:solidFill>
                            <a:schemeClr val="dk1"/>
                          </a:solidFill>
                          <a:effectLst/>
                          <a:latin typeface="+mn-lt"/>
                          <a:ea typeface="+mn-ea"/>
                          <a:cs typeface="+mn-cs"/>
                        </a:rPr>
                        <a:t> </a:t>
                      </a:r>
                      <a:r>
                        <a:rPr lang="en-US" dirty="0" err="1" smtClean="0">
                          <a:effectLst/>
                        </a:rPr>
                        <a:t>savedInstanceState</a:t>
                      </a:r>
                      <a:r>
                        <a:rPr lang="en-US" dirty="0" smtClean="0">
                          <a:effectLst/>
                        </a:rPr>
                        <a:t>)</a:t>
                      </a:r>
                      <a:r>
                        <a:rPr lang="en-US" sz="1800" kern="1200" dirty="0" smtClean="0">
                          <a:solidFill>
                            <a:schemeClr val="dk1"/>
                          </a:solidFill>
                          <a:effectLst/>
                          <a:latin typeface="+mn-lt"/>
                          <a:ea typeface="+mn-ea"/>
                          <a:cs typeface="+mn-cs"/>
                        </a:rPr>
                        <a:t> </a:t>
                      </a:r>
                      <a:r>
                        <a:rPr lang="en-US" dirty="0" smtClean="0">
                          <a:effectLst/>
                        </a:rPr>
                        <a:t>{</a:t>
                      </a:r>
                      <a:r>
                        <a:rPr lang="en-US" dirty="0" smtClean="0"/>
                        <a:t> </a:t>
                      </a:r>
                      <a:r>
                        <a:rPr lang="en-US" sz="1800" b="1" kern="1200" dirty="0" err="1" smtClean="0">
                          <a:solidFill>
                            <a:schemeClr val="dk1"/>
                          </a:solidFill>
                          <a:effectLst/>
                          <a:latin typeface="+mn-lt"/>
                          <a:ea typeface="+mn-ea"/>
                          <a:cs typeface="+mn-cs"/>
                        </a:rPr>
                        <a:t>super</a:t>
                      </a:r>
                      <a:r>
                        <a:rPr lang="en-US" dirty="0" err="1" smtClean="0">
                          <a:effectLst/>
                        </a:rPr>
                        <a:t>.</a:t>
                      </a:r>
                      <a:r>
                        <a:rPr lang="en-US" sz="1800" kern="1200" dirty="0" err="1" smtClean="0">
                          <a:solidFill>
                            <a:schemeClr val="dk1"/>
                          </a:solidFill>
                          <a:effectLst/>
                          <a:latin typeface="+mn-lt"/>
                          <a:ea typeface="+mn-ea"/>
                          <a:cs typeface="+mn-cs"/>
                        </a:rPr>
                        <a:t>onCreate</a:t>
                      </a:r>
                      <a:r>
                        <a:rPr lang="en-US" dirty="0" smtClean="0">
                          <a:effectLst/>
                        </a:rPr>
                        <a:t>(</a:t>
                      </a:r>
                      <a:r>
                        <a:rPr lang="en-US" dirty="0" err="1" smtClean="0">
                          <a:effectLst/>
                        </a:rPr>
                        <a:t>savedInstanceState</a:t>
                      </a:r>
                      <a:r>
                        <a:rPr lang="en-US" dirty="0" smtClean="0">
                          <a:effectLst/>
                        </a:rPr>
                        <a:t>);</a:t>
                      </a:r>
                      <a:r>
                        <a:rPr lang="en-US" dirty="0" smtClean="0"/>
                        <a:t> </a:t>
                      </a:r>
                      <a:r>
                        <a:rPr lang="en-US" dirty="0" err="1" smtClean="0">
                          <a:effectLst/>
                        </a:rPr>
                        <a:t>setContentView</a:t>
                      </a:r>
                      <a:r>
                        <a:rPr lang="en-US" dirty="0" smtClean="0">
                          <a:effectLst/>
                        </a:rPr>
                        <a:t>(</a:t>
                      </a:r>
                      <a:r>
                        <a:rPr lang="en-US" dirty="0" err="1" smtClean="0">
                          <a:effectLst/>
                        </a:rPr>
                        <a:t>R.</a:t>
                      </a:r>
                      <a:r>
                        <a:rPr lang="en-US" sz="1800" kern="1200" dirty="0" err="1" smtClean="0">
                          <a:solidFill>
                            <a:schemeClr val="dk1"/>
                          </a:solidFill>
                          <a:effectLst/>
                          <a:latin typeface="+mn-lt"/>
                          <a:ea typeface="+mn-ea"/>
                          <a:cs typeface="+mn-cs"/>
                        </a:rPr>
                        <a:t>layout</a:t>
                      </a:r>
                      <a:r>
                        <a:rPr lang="en-US" dirty="0" err="1" smtClean="0">
                          <a:effectLst/>
                        </a:rPr>
                        <a:t>.</a:t>
                      </a:r>
                      <a:r>
                        <a:rPr lang="en-US" sz="1800" kern="1200" dirty="0" err="1" smtClean="0">
                          <a:solidFill>
                            <a:schemeClr val="dk1"/>
                          </a:solidFill>
                          <a:effectLst/>
                          <a:latin typeface="+mn-lt"/>
                          <a:ea typeface="+mn-ea"/>
                          <a:cs typeface="+mn-cs"/>
                        </a:rPr>
                        <a:t>activity_main</a:t>
                      </a:r>
                      <a:r>
                        <a:rPr lang="en-US" dirty="0" smtClean="0">
                          <a:effectLst/>
                        </a:rPr>
                        <a:t>);</a:t>
                      </a:r>
                    </a:p>
                    <a:p>
                      <a:pPr fontAlgn="base"/>
                      <a:r>
                        <a:rPr lang="en-US" sz="1800" i="1" kern="1200" dirty="0" smtClean="0">
                          <a:solidFill>
                            <a:schemeClr val="dk1"/>
                          </a:solidFill>
                          <a:effectLst/>
                          <a:latin typeface="+mn-lt"/>
                          <a:ea typeface="+mn-ea"/>
                          <a:cs typeface="+mn-cs"/>
                        </a:rPr>
                        <a:t>// Get reference to start button and result text view</a:t>
                      </a:r>
                      <a:r>
                        <a:rPr lang="en-US" dirty="0" smtClean="0"/>
                        <a:t> </a:t>
                      </a:r>
                      <a:r>
                        <a:rPr lang="en-US" dirty="0" smtClean="0">
                          <a:effectLst/>
                        </a:rPr>
                        <a:t>Button</a:t>
                      </a:r>
                      <a:r>
                        <a:rPr lang="en-US" sz="1800" kern="1200" dirty="0" smtClean="0">
                          <a:solidFill>
                            <a:schemeClr val="dk1"/>
                          </a:solidFill>
                          <a:effectLst/>
                          <a:latin typeface="+mn-lt"/>
                          <a:ea typeface="+mn-ea"/>
                          <a:cs typeface="+mn-cs"/>
                        </a:rPr>
                        <a:t> </a:t>
                      </a:r>
                      <a:r>
                        <a:rPr lang="en-US" dirty="0" err="1" smtClean="0">
                          <a:effectLst/>
                        </a:rPr>
                        <a:t>startButton</a:t>
                      </a:r>
                      <a:r>
                        <a:rPr lang="en-US" sz="1800" kern="1200" dirty="0" smtClean="0">
                          <a:solidFill>
                            <a:schemeClr val="dk1"/>
                          </a:solidFill>
                          <a:effectLst/>
                          <a:latin typeface="+mn-lt"/>
                          <a:ea typeface="+mn-ea"/>
                          <a:cs typeface="+mn-cs"/>
                        </a:rPr>
                        <a:t> = </a:t>
                      </a:r>
                      <a:r>
                        <a:rPr lang="en-US" dirty="0" err="1" smtClean="0">
                          <a:effectLst/>
                        </a:rPr>
                        <a:t>findViewById</a:t>
                      </a:r>
                      <a:r>
                        <a:rPr lang="en-US" dirty="0" smtClean="0">
                          <a:effectLst/>
                        </a:rPr>
                        <a:t>(</a:t>
                      </a:r>
                      <a:r>
                        <a:rPr lang="en-US" dirty="0" err="1" smtClean="0">
                          <a:effectLst/>
                        </a:rPr>
                        <a:t>R.</a:t>
                      </a:r>
                      <a:r>
                        <a:rPr lang="en-US" sz="1800" kern="1200" dirty="0" err="1" smtClean="0">
                          <a:solidFill>
                            <a:schemeClr val="dk1"/>
                          </a:solidFill>
                          <a:effectLst/>
                          <a:latin typeface="+mn-lt"/>
                          <a:ea typeface="+mn-ea"/>
                          <a:cs typeface="+mn-cs"/>
                        </a:rPr>
                        <a:t>id</a:t>
                      </a:r>
                      <a:r>
                        <a:rPr lang="en-US" dirty="0" err="1" smtClean="0">
                          <a:effectLst/>
                        </a:rPr>
                        <a:t>.</a:t>
                      </a:r>
                      <a:r>
                        <a:rPr lang="en-US" sz="1800" kern="1200" dirty="0" err="1" smtClean="0">
                          <a:solidFill>
                            <a:schemeClr val="dk1"/>
                          </a:solidFill>
                          <a:effectLst/>
                          <a:latin typeface="+mn-lt"/>
                          <a:ea typeface="+mn-ea"/>
                          <a:cs typeface="+mn-cs"/>
                        </a:rPr>
                        <a:t>start_button</a:t>
                      </a:r>
                      <a:r>
                        <a:rPr lang="en-US" dirty="0" smtClean="0">
                          <a:effectLst/>
                        </a:rPr>
                        <a:t>);</a:t>
                      </a:r>
                      <a:r>
                        <a:rPr lang="en-US" dirty="0" smtClean="0"/>
                        <a:t> </a:t>
                      </a:r>
                      <a:r>
                        <a:rPr lang="en-US" dirty="0" err="1" smtClean="0">
                          <a:effectLst/>
                        </a:rPr>
                        <a:t>resultTextView</a:t>
                      </a:r>
                      <a:r>
                        <a:rPr lang="en-US" sz="1800" kern="1200" dirty="0" smtClean="0">
                          <a:solidFill>
                            <a:schemeClr val="dk1"/>
                          </a:solidFill>
                          <a:effectLst/>
                          <a:latin typeface="+mn-lt"/>
                          <a:ea typeface="+mn-ea"/>
                          <a:cs typeface="+mn-cs"/>
                        </a:rPr>
                        <a:t> = </a:t>
                      </a:r>
                      <a:r>
                        <a:rPr lang="en-US" dirty="0" err="1" smtClean="0">
                          <a:effectLst/>
                        </a:rPr>
                        <a:t>findViewById</a:t>
                      </a:r>
                      <a:r>
                        <a:rPr lang="en-US" dirty="0" smtClean="0">
                          <a:effectLst/>
                        </a:rPr>
                        <a:t>(</a:t>
                      </a:r>
                      <a:r>
                        <a:rPr lang="en-US" dirty="0" err="1" smtClean="0">
                          <a:effectLst/>
                        </a:rPr>
                        <a:t>R.</a:t>
                      </a:r>
                      <a:r>
                        <a:rPr lang="en-US" sz="1800" kern="1200" dirty="0" err="1" smtClean="0">
                          <a:solidFill>
                            <a:schemeClr val="dk1"/>
                          </a:solidFill>
                          <a:effectLst/>
                          <a:latin typeface="+mn-lt"/>
                          <a:ea typeface="+mn-ea"/>
                          <a:cs typeface="+mn-cs"/>
                        </a:rPr>
                        <a:t>id</a:t>
                      </a:r>
                      <a:r>
                        <a:rPr lang="en-US" dirty="0" err="1" smtClean="0">
                          <a:effectLst/>
                        </a:rPr>
                        <a:t>.</a:t>
                      </a:r>
                      <a:r>
                        <a:rPr lang="en-US" sz="1800" kern="1200" dirty="0" err="1" smtClean="0">
                          <a:solidFill>
                            <a:schemeClr val="dk1"/>
                          </a:solidFill>
                          <a:effectLst/>
                          <a:latin typeface="+mn-lt"/>
                          <a:ea typeface="+mn-ea"/>
                          <a:cs typeface="+mn-cs"/>
                        </a:rPr>
                        <a:t>result_text_view</a:t>
                      </a:r>
                      <a:r>
                        <a:rPr lang="en-US" dirty="0" smtClean="0">
                          <a:effectLst/>
                        </a:rPr>
                        <a:t>);</a:t>
                      </a:r>
                      <a:r>
                        <a:rPr lang="en-US" dirty="0" smtClean="0"/>
                        <a:t> </a:t>
                      </a:r>
                      <a:r>
                        <a:rPr lang="en-US" sz="1800" i="1" kern="1200" dirty="0" smtClean="0">
                          <a:solidFill>
                            <a:schemeClr val="dk1"/>
                          </a:solidFill>
                          <a:effectLst/>
                          <a:latin typeface="+mn-lt"/>
                          <a:ea typeface="+mn-ea"/>
                          <a:cs typeface="+mn-cs"/>
                        </a:rPr>
                        <a:t>// Set an </a:t>
                      </a:r>
                      <a:r>
                        <a:rPr lang="en-US" sz="1800" i="1" kern="1200" dirty="0" err="1" smtClean="0">
                          <a:solidFill>
                            <a:schemeClr val="dk1"/>
                          </a:solidFill>
                          <a:effectLst/>
                          <a:latin typeface="+mn-lt"/>
                          <a:ea typeface="+mn-ea"/>
                          <a:cs typeface="+mn-cs"/>
                        </a:rPr>
                        <a:t>OnClickListener</a:t>
                      </a:r>
                      <a:r>
                        <a:rPr lang="en-US" sz="1800" i="1" kern="1200" dirty="0" smtClean="0">
                          <a:solidFill>
                            <a:schemeClr val="dk1"/>
                          </a:solidFill>
                          <a:effectLst/>
                          <a:latin typeface="+mn-lt"/>
                          <a:ea typeface="+mn-ea"/>
                          <a:cs typeface="+mn-cs"/>
                        </a:rPr>
                        <a:t> for the start button</a:t>
                      </a:r>
                      <a:r>
                        <a:rPr lang="en-US" dirty="0" smtClean="0"/>
                        <a:t> </a:t>
                      </a:r>
                      <a:r>
                        <a:rPr lang="en-US" dirty="0" err="1" smtClean="0">
                          <a:effectLst/>
                        </a:rPr>
                        <a:t>startButton.</a:t>
                      </a:r>
                      <a:r>
                        <a:rPr lang="en-US" sz="1800" kern="1200" dirty="0" err="1" smtClean="0">
                          <a:solidFill>
                            <a:schemeClr val="dk1"/>
                          </a:solidFill>
                          <a:effectLst/>
                          <a:latin typeface="+mn-lt"/>
                          <a:ea typeface="+mn-ea"/>
                          <a:cs typeface="+mn-cs"/>
                        </a:rPr>
                        <a:t>setOnClickListener</a:t>
                      </a:r>
                      <a:r>
                        <a:rPr lang="en-US" dirty="0" smtClean="0">
                          <a:effectLst/>
                        </a:rPr>
                        <a:t>(view</a:t>
                      </a:r>
                      <a:r>
                        <a:rPr lang="en-US" sz="1800" kern="1200" dirty="0" smtClean="0">
                          <a:solidFill>
                            <a:schemeClr val="dk1"/>
                          </a:solidFill>
                          <a:effectLst/>
                          <a:latin typeface="+mn-lt"/>
                          <a:ea typeface="+mn-ea"/>
                          <a:cs typeface="+mn-cs"/>
                        </a:rPr>
                        <a:t> -&gt; </a:t>
                      </a:r>
                      <a:r>
                        <a:rPr lang="en-US" sz="1800" b="1" kern="1200" dirty="0" smtClean="0">
                          <a:solidFill>
                            <a:schemeClr val="dk1"/>
                          </a:solidFill>
                          <a:effectLst/>
                          <a:latin typeface="+mn-lt"/>
                          <a:ea typeface="+mn-ea"/>
                          <a:cs typeface="+mn-cs"/>
                        </a:rPr>
                        <a:t>new</a:t>
                      </a:r>
                      <a:r>
                        <a:rPr lang="en-US" sz="1800" kern="1200" dirty="0" smtClean="0">
                          <a:solidFill>
                            <a:schemeClr val="dk1"/>
                          </a:solidFill>
                          <a:effectLst/>
                          <a:latin typeface="+mn-lt"/>
                          <a:ea typeface="+mn-ea"/>
                          <a:cs typeface="+mn-cs"/>
                        </a:rPr>
                        <a:t> </a:t>
                      </a:r>
                      <a:r>
                        <a:rPr lang="en-US" dirty="0" err="1" smtClean="0">
                          <a:effectLst/>
                        </a:rPr>
                        <a:t>BackgroundTask</a:t>
                      </a:r>
                      <a:r>
                        <a:rPr lang="en-US" dirty="0" smtClean="0">
                          <a:effectLst/>
                        </a:rPr>
                        <a:t>().</a:t>
                      </a:r>
                      <a:r>
                        <a:rPr lang="en-US" sz="1800" kern="1200" dirty="0" smtClean="0">
                          <a:solidFill>
                            <a:schemeClr val="dk1"/>
                          </a:solidFill>
                          <a:effectLst/>
                          <a:latin typeface="+mn-lt"/>
                          <a:ea typeface="+mn-ea"/>
                          <a:cs typeface="+mn-cs"/>
                        </a:rPr>
                        <a:t>execute</a:t>
                      </a:r>
                      <a:r>
                        <a:rPr lang="en-US" dirty="0" smtClean="0">
                          <a:effectLst/>
                        </a:rPr>
                        <a:t>());</a:t>
                      </a:r>
                      <a:r>
                        <a:rPr lang="en-US" dirty="0" smtClean="0"/>
                        <a:t> </a:t>
                      </a:r>
                      <a:r>
                        <a:rPr lang="en-US" dirty="0" smtClean="0">
                          <a:effectLst/>
                        </a:rPr>
                        <a:t>}</a:t>
                      </a:r>
                      <a:endParaRPr lang="en-US" sz="1800" dirty="0" smtClean="0"/>
                    </a:p>
                    <a:p>
                      <a:pPr fontAlgn="base"/>
                      <a:r>
                        <a:rPr lang="en-US" sz="1800" dirty="0" smtClean="0"/>
                        <a:t>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base"/>
                      <a:r>
                        <a:rPr lang="en-US" sz="1800" i="1" kern="1200" dirty="0" smtClean="0">
                          <a:solidFill>
                            <a:schemeClr val="dk1"/>
                          </a:solidFill>
                          <a:effectLst/>
                          <a:latin typeface="+mn-lt"/>
                          <a:ea typeface="+mn-ea"/>
                          <a:cs typeface="+mn-cs"/>
                        </a:rPr>
                        <a:t>// </a:t>
                      </a:r>
                      <a:r>
                        <a:rPr lang="en-US" sz="1800" i="1" kern="1200" dirty="0" err="1" smtClean="0">
                          <a:solidFill>
                            <a:schemeClr val="dk1"/>
                          </a:solidFill>
                          <a:effectLst/>
                          <a:latin typeface="+mn-lt"/>
                          <a:ea typeface="+mn-ea"/>
                          <a:cs typeface="+mn-cs"/>
                        </a:rPr>
                        <a:t>BackgroundTask</a:t>
                      </a:r>
                      <a:r>
                        <a:rPr lang="en-US" sz="1800" i="1" kern="1200" dirty="0" smtClean="0">
                          <a:solidFill>
                            <a:schemeClr val="dk1"/>
                          </a:solidFill>
                          <a:effectLst/>
                          <a:latin typeface="+mn-lt"/>
                          <a:ea typeface="+mn-ea"/>
                          <a:cs typeface="+mn-cs"/>
                        </a:rPr>
                        <a:t> inner class to perform the background task</a:t>
                      </a:r>
                      <a:r>
                        <a:rPr lang="en-US" dirty="0" smtClean="0"/>
                        <a:t> </a:t>
                      </a:r>
                      <a:r>
                        <a:rPr lang="en-US" sz="1800" b="1" kern="1200" dirty="0" smtClean="0">
                          <a:solidFill>
                            <a:schemeClr val="dk1"/>
                          </a:solidFill>
                          <a:effectLst/>
                          <a:latin typeface="+mn-lt"/>
                          <a:ea typeface="+mn-ea"/>
                          <a:cs typeface="+mn-cs"/>
                        </a:rPr>
                        <a:t>private</a:t>
                      </a:r>
                      <a:r>
                        <a:rPr lang="en-US" sz="1800" kern="1200" dirty="0" smtClean="0">
                          <a:solidFill>
                            <a:schemeClr val="dk1"/>
                          </a:solidFill>
                          <a:effectLst/>
                          <a:latin typeface="+mn-lt"/>
                          <a:ea typeface="+mn-ea"/>
                          <a:cs typeface="+mn-cs"/>
                        </a:rPr>
                        <a:t> </a:t>
                      </a:r>
                      <a:r>
                        <a:rPr lang="en-US" sz="1800" b="1" kern="1200" dirty="0" smtClean="0">
                          <a:solidFill>
                            <a:schemeClr val="dk1"/>
                          </a:solidFill>
                          <a:effectLst/>
                          <a:latin typeface="+mn-lt"/>
                          <a:ea typeface="+mn-ea"/>
                          <a:cs typeface="+mn-cs"/>
                        </a:rPr>
                        <a:t>class</a:t>
                      </a:r>
                      <a:r>
                        <a:rPr lang="en-US" dirty="0" smtClean="0"/>
                        <a:t> </a:t>
                      </a:r>
                      <a:r>
                        <a:rPr lang="en-US" sz="1800" b="1" kern="1200" dirty="0" err="1" smtClean="0">
                          <a:solidFill>
                            <a:schemeClr val="dk1"/>
                          </a:solidFill>
                          <a:effectLst/>
                          <a:latin typeface="+mn-lt"/>
                          <a:ea typeface="+mn-ea"/>
                          <a:cs typeface="+mn-cs"/>
                        </a:rPr>
                        <a:t>BackgroundTask</a:t>
                      </a:r>
                      <a:r>
                        <a:rPr lang="en-US" sz="1800" kern="1200" dirty="0" smtClean="0">
                          <a:solidFill>
                            <a:schemeClr val="dk1"/>
                          </a:solidFill>
                          <a:effectLst/>
                          <a:latin typeface="+mn-lt"/>
                          <a:ea typeface="+mn-ea"/>
                          <a:cs typeface="+mn-cs"/>
                        </a:rPr>
                        <a:t> </a:t>
                      </a:r>
                      <a:r>
                        <a:rPr lang="en-US" sz="1800" b="1" kern="1200" dirty="0" smtClean="0">
                          <a:solidFill>
                            <a:schemeClr val="dk1"/>
                          </a:solidFill>
                          <a:effectLst/>
                          <a:latin typeface="+mn-lt"/>
                          <a:ea typeface="+mn-ea"/>
                          <a:cs typeface="+mn-cs"/>
                        </a:rPr>
                        <a:t>extends</a:t>
                      </a:r>
                      <a:r>
                        <a:rPr lang="en-US" sz="1800" kern="1200" dirty="0" smtClean="0">
                          <a:solidFill>
                            <a:schemeClr val="dk1"/>
                          </a:solidFill>
                          <a:effectLst/>
                          <a:latin typeface="+mn-lt"/>
                          <a:ea typeface="+mn-ea"/>
                          <a:cs typeface="+mn-cs"/>
                        </a:rPr>
                        <a:t> </a:t>
                      </a:r>
                      <a:r>
                        <a:rPr lang="en-US" dirty="0" err="1" smtClean="0">
                          <a:effectLst/>
                        </a:rPr>
                        <a:t>AsyncTask</a:t>
                      </a:r>
                      <a:r>
                        <a:rPr lang="en-US" sz="1800" kern="1200" dirty="0" smtClean="0">
                          <a:solidFill>
                            <a:schemeClr val="dk1"/>
                          </a:solidFill>
                          <a:effectLst/>
                          <a:latin typeface="+mn-lt"/>
                          <a:ea typeface="+mn-ea"/>
                          <a:cs typeface="+mn-cs"/>
                        </a:rPr>
                        <a:t>&lt;</a:t>
                      </a:r>
                      <a:r>
                        <a:rPr lang="en-US" dirty="0" smtClean="0">
                          <a:effectLst/>
                        </a:rPr>
                        <a:t>Void,</a:t>
                      </a:r>
                      <a:r>
                        <a:rPr lang="en-US" sz="1800" kern="1200" dirty="0" smtClean="0">
                          <a:solidFill>
                            <a:schemeClr val="dk1"/>
                          </a:solidFill>
                          <a:effectLst/>
                          <a:latin typeface="+mn-lt"/>
                          <a:ea typeface="+mn-ea"/>
                          <a:cs typeface="+mn-cs"/>
                        </a:rPr>
                        <a:t> </a:t>
                      </a:r>
                      <a:r>
                        <a:rPr lang="en-US" dirty="0" smtClean="0">
                          <a:effectLst/>
                        </a:rPr>
                        <a:t>Void,</a:t>
                      </a:r>
                      <a:r>
                        <a:rPr lang="en-US" sz="1800" kern="1200" dirty="0" smtClean="0">
                          <a:solidFill>
                            <a:schemeClr val="dk1"/>
                          </a:solidFill>
                          <a:effectLst/>
                          <a:latin typeface="+mn-lt"/>
                          <a:ea typeface="+mn-ea"/>
                          <a:cs typeface="+mn-cs"/>
                        </a:rPr>
                        <a:t> </a:t>
                      </a:r>
                      <a:r>
                        <a:rPr lang="en-US" dirty="0" smtClean="0">
                          <a:effectLst/>
                        </a:rPr>
                        <a:t>String</a:t>
                      </a:r>
                      <a:r>
                        <a:rPr lang="en-US" sz="1800" kern="1200" dirty="0" smtClean="0">
                          <a:solidFill>
                            <a:schemeClr val="dk1"/>
                          </a:solidFill>
                          <a:effectLst/>
                          <a:latin typeface="+mn-lt"/>
                          <a:ea typeface="+mn-ea"/>
                          <a:cs typeface="+mn-cs"/>
                        </a:rPr>
                        <a:t>&gt; </a:t>
                      </a:r>
                      <a:r>
                        <a:rPr lang="en-US" dirty="0" smtClean="0">
                          <a:effectLst/>
                        </a:rPr>
                        <a:t>{</a:t>
                      </a:r>
                      <a:r>
                        <a:rPr lang="en-US" dirty="0" smtClean="0"/>
                        <a:t> </a:t>
                      </a:r>
                      <a:r>
                        <a:rPr lang="en-US" sz="1800" kern="1200" dirty="0" smtClean="0">
                          <a:solidFill>
                            <a:schemeClr val="dk1"/>
                          </a:solidFill>
                          <a:effectLst/>
                          <a:latin typeface="+mn-lt"/>
                          <a:ea typeface="+mn-ea"/>
                          <a:cs typeface="+mn-cs"/>
                        </a:rPr>
                        <a:t>@Override</a:t>
                      </a:r>
                      <a:r>
                        <a:rPr lang="en-US" dirty="0" smtClean="0"/>
                        <a:t> </a:t>
                      </a:r>
                      <a:r>
                        <a:rPr lang="en-US" sz="1800" b="1" kern="1200" dirty="0" smtClean="0">
                          <a:solidFill>
                            <a:schemeClr val="dk1"/>
                          </a:solidFill>
                          <a:effectLst/>
                          <a:latin typeface="+mn-lt"/>
                          <a:ea typeface="+mn-ea"/>
                          <a:cs typeface="+mn-cs"/>
                        </a:rPr>
                        <a:t>protected</a:t>
                      </a:r>
                      <a:r>
                        <a:rPr lang="en-US" sz="1800" kern="1200" dirty="0" smtClean="0">
                          <a:solidFill>
                            <a:schemeClr val="dk1"/>
                          </a:solidFill>
                          <a:effectLst/>
                          <a:latin typeface="+mn-lt"/>
                          <a:ea typeface="+mn-ea"/>
                          <a:cs typeface="+mn-cs"/>
                        </a:rPr>
                        <a:t> </a:t>
                      </a:r>
                      <a:r>
                        <a:rPr lang="en-US" dirty="0" smtClean="0">
                          <a:effectLst/>
                        </a:rPr>
                        <a:t>String</a:t>
                      </a:r>
                      <a:r>
                        <a:rPr lang="en-US" sz="1800" kern="1200" dirty="0" smtClean="0">
                          <a:solidFill>
                            <a:schemeClr val="dk1"/>
                          </a:solidFill>
                          <a:effectLst/>
                          <a:latin typeface="+mn-lt"/>
                          <a:ea typeface="+mn-ea"/>
                          <a:cs typeface="+mn-cs"/>
                        </a:rPr>
                        <a:t> </a:t>
                      </a:r>
                      <a:r>
                        <a:rPr lang="en-US" sz="1800" kern="1200" dirty="0" err="1" smtClean="0">
                          <a:solidFill>
                            <a:schemeClr val="dk1"/>
                          </a:solidFill>
                          <a:effectLst/>
                          <a:latin typeface="+mn-lt"/>
                          <a:ea typeface="+mn-ea"/>
                          <a:cs typeface="+mn-cs"/>
                        </a:rPr>
                        <a:t>doInBackground</a:t>
                      </a:r>
                      <a:r>
                        <a:rPr lang="en-US" dirty="0" smtClean="0">
                          <a:effectLst/>
                        </a:rPr>
                        <a:t>(Void...</a:t>
                      </a:r>
                      <a:r>
                        <a:rPr lang="en-US" sz="1800" kern="1200" dirty="0" smtClean="0">
                          <a:solidFill>
                            <a:schemeClr val="dk1"/>
                          </a:solidFill>
                          <a:effectLst/>
                          <a:latin typeface="+mn-lt"/>
                          <a:ea typeface="+mn-ea"/>
                          <a:cs typeface="+mn-cs"/>
                        </a:rPr>
                        <a:t> </a:t>
                      </a:r>
                      <a:r>
                        <a:rPr lang="en-US" dirty="0" smtClean="0">
                          <a:effectLst/>
                        </a:rPr>
                        <a:t>voids)</a:t>
                      </a:r>
                      <a:r>
                        <a:rPr lang="en-US" sz="1800" kern="1200" dirty="0" smtClean="0">
                          <a:solidFill>
                            <a:schemeClr val="dk1"/>
                          </a:solidFill>
                          <a:effectLst/>
                          <a:latin typeface="+mn-lt"/>
                          <a:ea typeface="+mn-ea"/>
                          <a:cs typeface="+mn-cs"/>
                        </a:rPr>
                        <a:t> </a:t>
                      </a:r>
                      <a:r>
                        <a:rPr lang="en-US" dirty="0" smtClean="0">
                          <a:effectLst/>
                        </a:rPr>
                        <a:t>{</a:t>
                      </a:r>
                      <a:r>
                        <a:rPr lang="en-US" dirty="0" smtClean="0"/>
                        <a:t> </a:t>
                      </a:r>
                      <a:r>
                        <a:rPr lang="en-US" sz="1800" i="1" kern="1200" dirty="0" smtClean="0">
                          <a:solidFill>
                            <a:schemeClr val="dk1"/>
                          </a:solidFill>
                          <a:effectLst/>
                          <a:latin typeface="+mn-lt"/>
                          <a:ea typeface="+mn-ea"/>
                          <a:cs typeface="+mn-cs"/>
                        </a:rPr>
                        <a:t>// Perform background task</a:t>
                      </a:r>
                      <a:r>
                        <a:rPr lang="en-US" dirty="0" smtClean="0"/>
                        <a:t> </a:t>
                      </a:r>
                      <a:r>
                        <a:rPr lang="en-US" sz="1800" b="1" kern="1200" dirty="0" smtClean="0">
                          <a:solidFill>
                            <a:schemeClr val="dk1"/>
                          </a:solidFill>
                          <a:effectLst/>
                          <a:latin typeface="+mn-lt"/>
                          <a:ea typeface="+mn-ea"/>
                          <a:cs typeface="+mn-cs"/>
                        </a:rPr>
                        <a:t>try</a:t>
                      </a:r>
                      <a:r>
                        <a:rPr lang="en-US" sz="1800" kern="1200" dirty="0" smtClean="0">
                          <a:solidFill>
                            <a:schemeClr val="dk1"/>
                          </a:solidFill>
                          <a:effectLst/>
                          <a:latin typeface="+mn-lt"/>
                          <a:ea typeface="+mn-ea"/>
                          <a:cs typeface="+mn-cs"/>
                        </a:rPr>
                        <a:t> </a:t>
                      </a:r>
                      <a:r>
                        <a:rPr lang="en-US" dirty="0" smtClean="0">
                          <a:effectLst/>
                        </a:rPr>
                        <a:t>{</a:t>
                      </a:r>
                      <a:r>
                        <a:rPr lang="en-US" dirty="0" smtClean="0"/>
                        <a:t> </a:t>
                      </a:r>
                      <a:r>
                        <a:rPr lang="en-US" dirty="0" err="1" smtClean="0">
                          <a:effectLst/>
                        </a:rPr>
                        <a:t>Thread.</a:t>
                      </a:r>
                      <a:r>
                        <a:rPr lang="en-US" sz="1800" kern="1200" dirty="0" err="1" smtClean="0">
                          <a:solidFill>
                            <a:schemeClr val="dk1"/>
                          </a:solidFill>
                          <a:effectLst/>
                          <a:latin typeface="+mn-lt"/>
                          <a:ea typeface="+mn-ea"/>
                          <a:cs typeface="+mn-cs"/>
                        </a:rPr>
                        <a:t>sleep</a:t>
                      </a:r>
                      <a:r>
                        <a:rPr lang="en-US" dirty="0" smtClean="0">
                          <a:effectLst/>
                        </a:rPr>
                        <a:t>(</a:t>
                      </a:r>
                      <a:r>
                        <a:rPr lang="en-US" sz="1800" kern="1200" dirty="0" smtClean="0">
                          <a:solidFill>
                            <a:schemeClr val="dk1"/>
                          </a:solidFill>
                          <a:effectLst/>
                          <a:latin typeface="+mn-lt"/>
                          <a:ea typeface="+mn-ea"/>
                          <a:cs typeface="+mn-cs"/>
                        </a:rPr>
                        <a:t>5000</a:t>
                      </a:r>
                      <a:r>
                        <a:rPr lang="en-US" dirty="0" smtClean="0">
                          <a:effectLst/>
                        </a:rPr>
                        <a:t>);</a:t>
                      </a:r>
                      <a:r>
                        <a:rPr lang="en-US" dirty="0" smtClean="0"/>
                        <a:t> </a:t>
                      </a:r>
                      <a:r>
                        <a:rPr lang="en-US" dirty="0" smtClean="0">
                          <a:effectLst/>
                        </a:rPr>
                        <a:t>}</a:t>
                      </a:r>
                      <a:r>
                        <a:rPr lang="en-US" sz="1800" kern="1200" dirty="0" smtClean="0">
                          <a:solidFill>
                            <a:schemeClr val="dk1"/>
                          </a:solidFill>
                          <a:effectLst/>
                          <a:latin typeface="+mn-lt"/>
                          <a:ea typeface="+mn-ea"/>
                          <a:cs typeface="+mn-cs"/>
                        </a:rPr>
                        <a:t> </a:t>
                      </a:r>
                      <a:r>
                        <a:rPr lang="en-US" sz="1800" b="1" kern="1200" dirty="0" smtClean="0">
                          <a:solidFill>
                            <a:schemeClr val="dk1"/>
                          </a:solidFill>
                          <a:effectLst/>
                          <a:latin typeface="+mn-lt"/>
                          <a:ea typeface="+mn-ea"/>
                          <a:cs typeface="+mn-cs"/>
                        </a:rPr>
                        <a:t>catch</a:t>
                      </a:r>
                      <a:r>
                        <a:rPr lang="en-US" sz="1800" kern="1200" dirty="0" smtClean="0">
                          <a:solidFill>
                            <a:schemeClr val="dk1"/>
                          </a:solidFill>
                          <a:effectLst/>
                          <a:latin typeface="+mn-lt"/>
                          <a:ea typeface="+mn-ea"/>
                          <a:cs typeface="+mn-cs"/>
                        </a:rPr>
                        <a:t> </a:t>
                      </a:r>
                      <a:r>
                        <a:rPr lang="en-US" dirty="0" smtClean="0">
                          <a:effectLst/>
                        </a:rPr>
                        <a:t>(</a:t>
                      </a:r>
                      <a:r>
                        <a:rPr lang="en-US" dirty="0" err="1" smtClean="0">
                          <a:effectLst/>
                        </a:rPr>
                        <a:t>InterruptedException</a:t>
                      </a:r>
                      <a:r>
                        <a:rPr lang="en-US" sz="1800" kern="1200" dirty="0" smtClean="0">
                          <a:solidFill>
                            <a:schemeClr val="dk1"/>
                          </a:solidFill>
                          <a:effectLst/>
                          <a:latin typeface="+mn-lt"/>
                          <a:ea typeface="+mn-ea"/>
                          <a:cs typeface="+mn-cs"/>
                        </a:rPr>
                        <a:t> </a:t>
                      </a:r>
                      <a:r>
                        <a:rPr lang="en-US" dirty="0" smtClean="0">
                          <a:effectLst/>
                        </a:rPr>
                        <a:t>e)</a:t>
                      </a:r>
                      <a:r>
                        <a:rPr lang="en-US" sz="1800" kern="1200" dirty="0" smtClean="0">
                          <a:solidFill>
                            <a:schemeClr val="dk1"/>
                          </a:solidFill>
                          <a:effectLst/>
                          <a:latin typeface="+mn-lt"/>
                          <a:ea typeface="+mn-ea"/>
                          <a:cs typeface="+mn-cs"/>
                        </a:rPr>
                        <a:t> </a:t>
                      </a:r>
                      <a:r>
                        <a:rPr lang="en-US" dirty="0" smtClean="0">
                          <a:effectLst/>
                        </a:rPr>
                        <a:t>{</a:t>
                      </a:r>
                      <a:r>
                        <a:rPr lang="en-US" dirty="0" smtClean="0"/>
                        <a:t> </a:t>
                      </a:r>
                      <a:r>
                        <a:rPr lang="en-US" dirty="0" err="1" smtClean="0">
                          <a:effectLst/>
                        </a:rPr>
                        <a:t>e.</a:t>
                      </a:r>
                      <a:r>
                        <a:rPr lang="en-US" sz="1800" kern="1200" dirty="0" err="1" smtClean="0">
                          <a:solidFill>
                            <a:schemeClr val="dk1"/>
                          </a:solidFill>
                          <a:effectLst/>
                          <a:latin typeface="+mn-lt"/>
                          <a:ea typeface="+mn-ea"/>
                          <a:cs typeface="+mn-cs"/>
                        </a:rPr>
                        <a:t>printStackTrace</a:t>
                      </a:r>
                      <a:r>
                        <a:rPr lang="en-US" dirty="0" smtClean="0">
                          <a:effectLst/>
                        </a:rPr>
                        <a:t>();</a:t>
                      </a:r>
                      <a:r>
                        <a:rPr lang="en-US" dirty="0" smtClean="0"/>
                        <a:t> </a:t>
                      </a:r>
                      <a:r>
                        <a:rPr lang="en-US" dirty="0" smtClean="0">
                          <a:effectLst/>
                        </a:rPr>
                        <a:t>}</a:t>
                      </a:r>
                      <a:r>
                        <a:rPr lang="en-US" dirty="0" smtClean="0"/>
                        <a:t> </a:t>
                      </a:r>
                      <a:r>
                        <a:rPr lang="en-US" sz="1800" b="1" kern="1200" dirty="0" smtClean="0">
                          <a:solidFill>
                            <a:schemeClr val="dk1"/>
                          </a:solidFill>
                          <a:effectLst/>
                          <a:latin typeface="+mn-lt"/>
                          <a:ea typeface="+mn-ea"/>
                          <a:cs typeface="+mn-cs"/>
                        </a:rPr>
                        <a:t>return</a:t>
                      </a:r>
                      <a:r>
                        <a:rPr lang="en-US" sz="1800" kern="1200" dirty="0" smtClean="0">
                          <a:solidFill>
                            <a:schemeClr val="dk1"/>
                          </a:solidFill>
                          <a:effectLst/>
                          <a:latin typeface="+mn-lt"/>
                          <a:ea typeface="+mn-ea"/>
                          <a:cs typeface="+mn-cs"/>
                        </a:rPr>
                        <a:t> "Task Completed"</a:t>
                      </a:r>
                      <a:r>
                        <a:rPr lang="en-US" dirty="0" smtClean="0">
                          <a:effectLst/>
                        </a:rPr>
                        <a:t>;</a:t>
                      </a:r>
                      <a:r>
                        <a:rPr lang="en-US" dirty="0" smtClean="0"/>
                        <a:t> </a:t>
                      </a:r>
                      <a:r>
                        <a:rPr lang="en-US" dirty="0" smtClean="0">
                          <a:effectLst/>
                        </a:rPr>
                        <a:t>}</a:t>
                      </a:r>
                      <a:r>
                        <a:rPr lang="en-US" dirty="0" smtClean="0"/>
                        <a:t> </a:t>
                      </a:r>
                      <a:r>
                        <a:rPr lang="en-US" sz="1800" kern="1200" dirty="0" smtClean="0">
                          <a:solidFill>
                            <a:schemeClr val="dk1"/>
                          </a:solidFill>
                          <a:effectLst/>
                          <a:latin typeface="+mn-lt"/>
                          <a:ea typeface="+mn-ea"/>
                          <a:cs typeface="+mn-cs"/>
                        </a:rPr>
                        <a:t>@Override</a:t>
                      </a:r>
                      <a:r>
                        <a:rPr lang="en-US" dirty="0" smtClean="0"/>
                        <a:t> </a:t>
                      </a:r>
                      <a:r>
                        <a:rPr lang="en-US" sz="1800" b="1" kern="1200" dirty="0" smtClean="0">
                          <a:solidFill>
                            <a:schemeClr val="dk1"/>
                          </a:solidFill>
                          <a:effectLst/>
                          <a:latin typeface="+mn-lt"/>
                          <a:ea typeface="+mn-ea"/>
                          <a:cs typeface="+mn-cs"/>
                        </a:rPr>
                        <a:t>protected</a:t>
                      </a:r>
                      <a:r>
                        <a:rPr lang="en-US" sz="1800" kern="1200" dirty="0" smtClean="0">
                          <a:solidFill>
                            <a:schemeClr val="dk1"/>
                          </a:solidFill>
                          <a:effectLst/>
                          <a:latin typeface="+mn-lt"/>
                          <a:ea typeface="+mn-ea"/>
                          <a:cs typeface="+mn-cs"/>
                        </a:rPr>
                        <a:t> void </a:t>
                      </a:r>
                      <a:r>
                        <a:rPr lang="en-US" sz="1800" kern="1200" dirty="0" err="1" smtClean="0">
                          <a:solidFill>
                            <a:schemeClr val="dk1"/>
                          </a:solidFill>
                          <a:effectLst/>
                          <a:latin typeface="+mn-lt"/>
                          <a:ea typeface="+mn-ea"/>
                          <a:cs typeface="+mn-cs"/>
                        </a:rPr>
                        <a:t>onPostExecute</a:t>
                      </a:r>
                      <a:r>
                        <a:rPr lang="en-US" dirty="0" smtClean="0">
                          <a:effectLst/>
                        </a:rPr>
                        <a:t>(String</a:t>
                      </a:r>
                      <a:r>
                        <a:rPr lang="en-US" sz="1800" kern="1200" dirty="0" smtClean="0">
                          <a:solidFill>
                            <a:schemeClr val="dk1"/>
                          </a:solidFill>
                          <a:effectLst/>
                          <a:latin typeface="+mn-lt"/>
                          <a:ea typeface="+mn-ea"/>
                          <a:cs typeface="+mn-cs"/>
                        </a:rPr>
                        <a:t> </a:t>
                      </a:r>
                      <a:r>
                        <a:rPr lang="en-US" dirty="0" smtClean="0">
                          <a:effectLst/>
                        </a:rPr>
                        <a:t>result)</a:t>
                      </a:r>
                      <a:r>
                        <a:rPr lang="en-US" sz="1800" kern="1200" dirty="0" smtClean="0">
                          <a:solidFill>
                            <a:schemeClr val="dk1"/>
                          </a:solidFill>
                          <a:effectLst/>
                          <a:latin typeface="+mn-lt"/>
                          <a:ea typeface="+mn-ea"/>
                          <a:cs typeface="+mn-cs"/>
                        </a:rPr>
                        <a:t> </a:t>
                      </a:r>
                      <a:r>
                        <a:rPr lang="en-US" dirty="0" smtClean="0">
                          <a:effectLst/>
                        </a:rPr>
                        <a:t>{</a:t>
                      </a:r>
                      <a:r>
                        <a:rPr lang="en-US" dirty="0" smtClean="0"/>
                        <a:t> </a:t>
                      </a:r>
                      <a:r>
                        <a:rPr lang="en-US" sz="1800" i="1" kern="1200" dirty="0" smtClean="0">
                          <a:solidFill>
                            <a:schemeClr val="dk1"/>
                          </a:solidFill>
                          <a:effectLst/>
                          <a:latin typeface="+mn-lt"/>
                          <a:ea typeface="+mn-ea"/>
                          <a:cs typeface="+mn-cs"/>
                        </a:rPr>
                        <a:t>// Update UI with the results</a:t>
                      </a:r>
                      <a:r>
                        <a:rPr lang="en-US" dirty="0" smtClean="0"/>
                        <a:t> </a:t>
                      </a:r>
                      <a:r>
                        <a:rPr lang="en-US" dirty="0" err="1" smtClean="0">
                          <a:effectLst/>
                        </a:rPr>
                        <a:t>resultTextView.</a:t>
                      </a:r>
                      <a:r>
                        <a:rPr lang="en-US" sz="1800" kern="1200" dirty="0" err="1" smtClean="0">
                          <a:solidFill>
                            <a:schemeClr val="dk1"/>
                          </a:solidFill>
                          <a:effectLst/>
                          <a:latin typeface="+mn-lt"/>
                          <a:ea typeface="+mn-ea"/>
                          <a:cs typeface="+mn-cs"/>
                        </a:rPr>
                        <a:t>setText</a:t>
                      </a:r>
                      <a:r>
                        <a:rPr lang="en-US" dirty="0" smtClean="0">
                          <a:effectLst/>
                        </a:rPr>
                        <a:t>(result);</a:t>
                      </a:r>
                      <a:r>
                        <a:rPr lang="en-US" dirty="0" smtClean="0"/>
                        <a:t> </a:t>
                      </a:r>
                      <a:r>
                        <a:rPr lang="en-US" dirty="0" smtClean="0">
                          <a:effectLst/>
                        </a:rPr>
                        <a:t>}</a:t>
                      </a:r>
                      <a:r>
                        <a:rPr lang="en-US" dirty="0" smtClean="0"/>
                        <a:t> </a:t>
                      </a:r>
                      <a:r>
                        <a:rPr lang="en-US" dirty="0" smtClean="0">
                          <a:effectLst/>
                        </a:rPr>
                        <a:t>}</a:t>
                      </a:r>
                      <a:r>
                        <a:rPr lang="en-US" dirty="0" smtClean="0"/>
                        <a:t> </a:t>
                      </a:r>
                      <a:r>
                        <a:rPr lang="en-US" dirty="0" smtClean="0">
                          <a:effectLst/>
                        </a:rPr>
                        <a:t>}</a:t>
                      </a:r>
                      <a:endParaRPr lang="en-US" sz="18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879864137"/>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37230" y="313899"/>
            <a:ext cx="10795379" cy="4339650"/>
          </a:xfrm>
          <a:prstGeom prst="rect">
            <a:avLst/>
          </a:prstGeom>
          <a:noFill/>
        </p:spPr>
        <p:txBody>
          <a:bodyPr wrap="square" rtlCol="0">
            <a:spAutoFit/>
          </a:bodyPr>
          <a:lstStyle/>
          <a:p>
            <a:pPr algn="ctr"/>
            <a:endParaRPr lang="en-US" sz="13800" dirty="0">
              <a:latin typeface="Calibri" panose="020F0502020204030204" pitchFamily="34" charset="0"/>
              <a:cs typeface="Calibri" panose="020F0502020204030204" pitchFamily="34" charset="0"/>
            </a:endParaRPr>
          </a:p>
          <a:p>
            <a:pPr algn="ctr"/>
            <a:r>
              <a:rPr lang="en-US" sz="13800" dirty="0">
                <a:effectLst>
                  <a:outerShdw blurRad="50800" dist="38100" dir="2700000" algn="tl" rotWithShape="0">
                    <a:prstClr val="black">
                      <a:alpha val="40000"/>
                    </a:prstClr>
                  </a:outerShdw>
                </a:effectLst>
                <a:latin typeface="Algerian" panose="04020705040A02060702" pitchFamily="82" charset="0"/>
                <a:cs typeface="Calibri" panose="020F0502020204030204" pitchFamily="34" charset="0"/>
              </a:rPr>
              <a:t>Thank You</a:t>
            </a: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lemental">
  <a:themeElements>
    <a:clrScheme name="Elemental">
      <a:dk1>
        <a:sysClr val="windowText" lastClr="000000"/>
      </a:dk1>
      <a:lt1>
        <a:sysClr val="window" lastClr="FFFFFF"/>
      </a:lt1>
      <a:dk2>
        <a:srgbClr val="242852"/>
      </a:dk2>
      <a:lt2>
        <a:srgbClr val="ACCBF9"/>
      </a:lt2>
      <a:accent1>
        <a:srgbClr val="629DD1"/>
      </a:accent1>
      <a:accent2>
        <a:srgbClr val="297FD5"/>
      </a:accent2>
      <a:accent3>
        <a:srgbClr val="7F8FA9"/>
      </a:accent3>
      <a:accent4>
        <a:srgbClr val="4A66AC"/>
      </a:accent4>
      <a:accent5>
        <a:srgbClr val="5AA2AE"/>
      </a:accent5>
      <a:accent6>
        <a:srgbClr val="9D90A0"/>
      </a:accent6>
      <a:hlink>
        <a:srgbClr val="9454C3"/>
      </a:hlink>
      <a:folHlink>
        <a:srgbClr val="3EBBF0"/>
      </a:folHlink>
    </a:clrScheme>
    <a:fontScheme name="Elemental">
      <a:maj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lemental">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glow" dir="tl">
              <a:rot lat="0" lon="0" rev="19800000"/>
            </a:lightRig>
          </a:scene3d>
          <a:sp3d prstMaterial="metal">
            <a:bevelT w="38100" h="3810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50800" h="50800"/>
          </a:sp3d>
        </a:effectStyle>
      </a:effectStyleLst>
      <a:bgFillStyleLst>
        <a:solidFill>
          <a:schemeClr val="phClr"/>
        </a:solidFill>
        <a:gradFill rotWithShape="1">
          <a:gsLst>
            <a:gs pos="0">
              <a:schemeClr val="phClr">
                <a:tint val="95000"/>
              </a:schemeClr>
            </a:gs>
            <a:gs pos="100000">
              <a:schemeClr val="phClr">
                <a:shade val="40000"/>
                <a:satMod val="180000"/>
              </a:schemeClr>
            </a:gs>
          </a:gsLst>
          <a:lin ang="5400000" scaled="0"/>
        </a:gradFill>
        <a:blipFill>
          <a:blip xmlns:r="http://schemas.openxmlformats.org/officeDocument/2006/relationships" r:embed="rId1">
            <a:duotone>
              <a:schemeClr val="phClr">
                <a:shade val="14000"/>
                <a:satMod val="280000"/>
              </a:schemeClr>
              <a:schemeClr val="phClr">
                <a:tint val="60000"/>
                <a:satMod val="12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Elemental</Template>
  <TotalTime>1129</TotalTime>
  <Words>1052</Words>
  <Application>Microsoft Office PowerPoint</Application>
  <PresentationFormat>Custom</PresentationFormat>
  <Paragraphs>206</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Elemental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Muhammad Naeem Khan</dc:creator>
  <cp:lastModifiedBy>amc</cp:lastModifiedBy>
  <cp:revision>107</cp:revision>
  <dcterms:created xsi:type="dcterms:W3CDTF">2024-11-04T05:04:00Z</dcterms:created>
  <dcterms:modified xsi:type="dcterms:W3CDTF">2025-02-17T08:41:34Z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92ED70D60F184857A85F9A485E7AD0CC_12</vt:lpwstr>
  </property>
  <property fmtid="{D5CDD505-2E9C-101B-9397-08002B2CF9AE}" pid="3" name="KSOProductBuildVer">
    <vt:lpwstr>1033-12.2.0.18911</vt:lpwstr>
  </property>
</Properties>
</file>