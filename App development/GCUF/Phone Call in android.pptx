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4" r:id="rId1"/>
  </p:sldMasterIdLst>
  <p:notesMasterIdLst>
    <p:notesMasterId r:id="rId9"/>
  </p:notesMasterIdLst>
  <p:handoutMasterIdLst>
    <p:handoutMasterId r:id="rId10"/>
  </p:handoutMasterIdLst>
  <p:sldIdLst>
    <p:sldId id="256" r:id="rId2"/>
    <p:sldId id="258" r:id="rId3"/>
    <p:sldId id="321" r:id="rId4"/>
    <p:sldId id="340" r:id="rId5"/>
    <p:sldId id="352" r:id="rId6"/>
    <p:sldId id="341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69" d="100"/>
          <a:sy n="69" d="100"/>
        </p:scale>
        <p:origin x="-780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23418-877D-4E15-98EB-B18A416688F8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3ED0-4E7F-4552-8A34-7C1339267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5D31-9972-44D7-A973-436B8E0F36E9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85B6-4FD1-4360-BB53-F417E13A6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4128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38400" y="3159761"/>
            <a:ext cx="6096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6320" y="1219200"/>
            <a:ext cx="100584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00" y="3375491"/>
            <a:ext cx="82296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89600" y="4074498"/>
            <a:ext cx="6096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0" y="4267368"/>
            <a:ext cx="49784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0" y="1905000"/>
            <a:ext cx="804672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792224" y="658368"/>
            <a:ext cx="4364736" cy="3429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6705600" y="658369"/>
            <a:ext cx="4364736" cy="3432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8160" y="661976"/>
            <a:ext cx="4364736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92224" y="1371600"/>
            <a:ext cx="43688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05600" y="661976"/>
            <a:ext cx="4364736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05600" y="1371600"/>
            <a:ext cx="4364736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408853" y="520192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73707" y="520192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05227" y="1774588"/>
            <a:ext cx="6096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685801"/>
            <a:ext cx="57912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0" y="685801"/>
            <a:ext cx="34544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25600" y="612776"/>
            <a:ext cx="89408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0" y="3453047"/>
            <a:ext cx="67056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7136" y="3331464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4800" y="685802"/>
            <a:ext cx="7721600" cy="35051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2800" y="609601"/>
            <a:ext cx="28448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0800" y="685801"/>
            <a:ext cx="6705600" cy="45720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830961" y="1038441"/>
            <a:ext cx="965416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557464" y="419133"/>
            <a:ext cx="5538472" cy="597394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4370607" y="116855"/>
            <a:ext cx="8639149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320" y="4876800"/>
            <a:ext cx="100584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4800" y="685802"/>
            <a:ext cx="8128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0" y="615473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92A59E04-BC48-4C3C-B2CF-95287A202A10}" type="datetimeFigureOut">
              <a:rPr lang="en-US" smtClean="0"/>
              <a:t>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80" y="6154739"/>
            <a:ext cx="6096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280" y="5842000"/>
            <a:ext cx="28448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" y="10"/>
            <a:ext cx="12191984" cy="68579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  <a:alpha val="5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254895">
            <a:off x="1244259" y="1587490"/>
            <a:ext cx="1378634" cy="310138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254895" flipV="1">
            <a:off x="1414026" y="953161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254895" flipV="1">
            <a:off x="2528004" y="4145838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254895">
            <a:off x="2781579" y="1021138"/>
            <a:ext cx="434003" cy="871580"/>
          </a:xfrm>
          <a:prstGeom prst="line">
            <a:avLst/>
          </a:prstGeom>
          <a:ln w="76200" cap="rnd">
            <a:solidFill>
              <a:schemeClr val="bg1"/>
            </a:solidFill>
            <a:round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254895">
            <a:off x="3531651" y="3347833"/>
            <a:ext cx="428346" cy="836383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45302" y="1610122"/>
            <a:ext cx="84740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spc="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WELCOME</a:t>
            </a:r>
          </a:p>
        </p:txBody>
      </p:sp>
      <p:sp>
        <p:nvSpPr>
          <p:cNvPr id="25" name="Arrow: Right 24">
            <a:hlinkClick r:id="" action="ppaction://hlinkshowjump?jump=nextslide"/>
          </p:cNvPr>
          <p:cNvSpPr/>
          <p:nvPr/>
        </p:nvSpPr>
        <p:spPr>
          <a:xfrm>
            <a:off x="10743027" y="2321170"/>
            <a:ext cx="1172308" cy="438026"/>
          </a:xfrm>
          <a:prstGeom prst="rightArrow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131280" y="5767141"/>
            <a:ext cx="9636369" cy="9202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40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Mobile And Application Development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5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753" y="1757038"/>
            <a:ext cx="11887200" cy="92333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 fontAlgn="base"/>
            <a:r>
              <a:rPr lang="en-US" sz="5400" b="1" dirty="0" smtClean="0"/>
              <a:t>Handling Phone Call</a:t>
            </a:r>
            <a:endParaRPr lang="en-US" sz="5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96753" y="2707969"/>
            <a:ext cx="1188720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Mobile And Application Development</a:t>
            </a: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Practical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sz="32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71667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lowchart: Alternate Process 5"/>
          <p:cNvSpPr/>
          <p:nvPr/>
        </p:nvSpPr>
        <p:spPr>
          <a:xfrm>
            <a:off x="1674254" y="5151549"/>
            <a:ext cx="8474298" cy="1197736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200" b="1" i="1" cap="all" dirty="0" smtClean="0">
                <a:ln/>
                <a:solidFill>
                  <a:srgbClr val="FF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Instructor: Muhammad Naeem Khan</a:t>
            </a:r>
            <a:endParaRPr lang="en-US" sz="3200" b="1" i="1" cap="all" dirty="0">
              <a:ln/>
              <a:solidFill>
                <a:srgbClr val="FF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Phone Call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88" y="1184856"/>
            <a:ext cx="1181486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How to make a phone call in android</a:t>
            </a:r>
          </a:p>
          <a:p>
            <a:r>
              <a:rPr lang="en-US" sz="2000" dirty="0"/>
              <a:t>We are able to make a phone call in android via intent. You need to write only three lines of code to make a phone call</a:t>
            </a:r>
            <a:r>
              <a:rPr lang="en-US" sz="2000" dirty="0" smtClean="0"/>
              <a:t>.</a:t>
            </a:r>
          </a:p>
          <a:p>
            <a:r>
              <a:rPr lang="en-US" sz="2000" dirty="0"/>
              <a:t>Intent </a:t>
            </a:r>
            <a:r>
              <a:rPr lang="en-US" sz="2000" dirty="0" err="1"/>
              <a:t>callIntent</a:t>
            </a:r>
            <a:r>
              <a:rPr lang="en-US" sz="2000" dirty="0"/>
              <a:t> = new Intent(</a:t>
            </a:r>
            <a:r>
              <a:rPr lang="en-US" sz="2000" dirty="0" err="1"/>
              <a:t>Intent.ACTION_CALL</a:t>
            </a:r>
            <a:r>
              <a:rPr lang="en-US" sz="2000" dirty="0"/>
              <a:t>);  </a:t>
            </a:r>
          </a:p>
          <a:p>
            <a:r>
              <a:rPr lang="en-US" sz="2000" dirty="0" err="1"/>
              <a:t>callIntent.setData</a:t>
            </a:r>
            <a:r>
              <a:rPr lang="en-US" sz="2000" dirty="0"/>
              <a:t>(</a:t>
            </a:r>
            <a:r>
              <a:rPr lang="en-US" sz="2000" dirty="0" err="1"/>
              <a:t>Uri.parse</a:t>
            </a:r>
            <a:r>
              <a:rPr lang="en-US" sz="2000" dirty="0"/>
              <a:t>("</a:t>
            </a:r>
            <a:r>
              <a:rPr lang="en-US" sz="2000" dirty="0" err="1"/>
              <a:t>tel</a:t>
            </a:r>
            <a:r>
              <a:rPr lang="en-US" sz="2000" dirty="0"/>
              <a:t>:"+8802177690));//change the number  </a:t>
            </a:r>
          </a:p>
          <a:p>
            <a:r>
              <a:rPr lang="en-US" sz="2000" dirty="0" err="1"/>
              <a:t>startActivity</a:t>
            </a:r>
            <a:r>
              <a:rPr lang="en-US" sz="2000" dirty="0"/>
              <a:t>(</a:t>
            </a:r>
            <a:r>
              <a:rPr lang="en-US" sz="2000" dirty="0" err="1"/>
              <a:t>callIntent</a:t>
            </a:r>
            <a:r>
              <a:rPr lang="en-US" sz="2000" dirty="0"/>
              <a:t>);  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17855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88" y="1184856"/>
            <a:ext cx="118148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activity_main.xml</a:t>
            </a:r>
          </a:p>
          <a:p>
            <a:r>
              <a:rPr lang="en-US" sz="2000" dirty="0"/>
              <a:t>Drag the </a:t>
            </a:r>
            <a:r>
              <a:rPr lang="en-US" sz="2000" dirty="0" err="1"/>
              <a:t>EditText</a:t>
            </a:r>
            <a:r>
              <a:rPr lang="en-US" sz="2000" dirty="0"/>
              <a:t> and Button from the </a:t>
            </a:r>
            <a:r>
              <a:rPr lang="en-US" sz="2000" dirty="0" err="1"/>
              <a:t>pallete</a:t>
            </a:r>
            <a:r>
              <a:rPr lang="en-US" sz="2000" dirty="0"/>
              <a:t>, now the activity_main.xml file will like this:</a:t>
            </a:r>
          </a:p>
          <a:p>
            <a:r>
              <a:rPr lang="en-US" sz="2000" dirty="0"/>
              <a:t>File: activity_main.xml</a:t>
            </a:r>
          </a:p>
          <a:p>
            <a:r>
              <a:rPr lang="en-US" sz="2000" dirty="0"/>
              <a:t/>
            </a:r>
            <a:br>
              <a:rPr lang="en-US" sz="2000" dirty="0"/>
            </a:br>
            <a:endParaRPr lang="en-US" sz="2000" b="1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924393"/>
              </p:ext>
            </p:extLst>
          </p:nvPr>
        </p:nvGraphicFramePr>
        <p:xfrm>
          <a:off x="230909" y="2299084"/>
          <a:ext cx="11714348" cy="44203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7174"/>
                <a:gridCol w="5857174"/>
              </a:tblGrid>
              <a:tr h="4420371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RelativeLayout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xmlns:androclass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="http://schemas.android.com/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apk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/res/android"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xmlns:tools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="http://schemas.android.com/tools"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match_parent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match_parent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tools:context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=".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MainActivity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 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Button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="@+id/button1"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android:layout_alignParentTop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="true"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android:layout_centerHorizontal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="true"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android:layout_marginTop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="118dp"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android:text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="Call" 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/&gt;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android:id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="@+id/editText1"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android:layout_width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android:layout_height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wrap_content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android:layout_alignParentTop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="true"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android:layout_centerHorizontal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="true"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android:layout_marginTop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="25dp"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android:ems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="10" 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/&gt;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</a:p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&lt;/</a:t>
                      </a:r>
                      <a:r>
                        <a:rPr lang="en-US" sz="18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RelativeLayout</a:t>
                      </a:r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</a:t>
                      </a:r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</a:t>
                      </a:r>
                    </a:p>
                    <a:p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01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Example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88" y="1184856"/>
            <a:ext cx="1181486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Write the permission code in Android-Manifest.xml file</a:t>
            </a:r>
          </a:p>
          <a:p>
            <a:r>
              <a:rPr lang="en-US" sz="2000" dirty="0"/>
              <a:t/>
            </a:r>
            <a:br>
              <a:rPr lang="en-US" sz="2000" dirty="0"/>
            </a:br>
            <a:r>
              <a:rPr lang="en-US" sz="2000" dirty="0" smtClean="0"/>
              <a:t>You </a:t>
            </a:r>
            <a:r>
              <a:rPr lang="en-US" sz="2000" dirty="0"/>
              <a:t>need to write CALL_PHONE permission as given below:</a:t>
            </a:r>
          </a:p>
          <a:p>
            <a:r>
              <a:rPr lang="en-US" sz="2000" dirty="0"/>
              <a:t>&lt;uses-permission </a:t>
            </a:r>
            <a:r>
              <a:rPr lang="en-US" sz="2000" dirty="0" err="1"/>
              <a:t>android:name</a:t>
            </a:r>
            <a:r>
              <a:rPr lang="en-US" sz="2000" dirty="0"/>
              <a:t>="</a:t>
            </a:r>
            <a:r>
              <a:rPr lang="en-US" sz="2000" dirty="0" err="1"/>
              <a:t>android.permission.CALL_PHONE</a:t>
            </a:r>
            <a:r>
              <a:rPr lang="en-US" sz="2000" dirty="0"/>
              <a:t>" /&gt;  </a:t>
            </a:r>
          </a:p>
          <a:p>
            <a:r>
              <a:rPr lang="en-US" sz="2000" dirty="0"/>
              <a:t/>
            </a:r>
            <a:br>
              <a:rPr lang="en-US" sz="2000" dirty="0"/>
            </a:b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383425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 smtClean="0">
                <a:latin typeface="Arial" panose="020B0604020202020204" pitchFamily="34" charset="0"/>
                <a:cs typeface="Arial" panose="020B0604020202020204" pitchFamily="34" charset="0"/>
              </a:rPr>
              <a:t>Methods of Google map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0388" y="942474"/>
            <a:ext cx="11814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File: </a:t>
            </a:r>
            <a:r>
              <a:rPr lang="en-US" sz="2800" dirty="0" smtClean="0"/>
              <a:t>MainActivity.java</a:t>
            </a:r>
            <a:endParaRPr lang="en-US" sz="28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4057390"/>
              </p:ext>
            </p:extLst>
          </p:nvPr>
        </p:nvGraphicFramePr>
        <p:xfrm>
          <a:off x="130388" y="1422324"/>
          <a:ext cx="11517746" cy="5338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58873"/>
                <a:gridCol w="5758873"/>
              </a:tblGrid>
              <a:tr h="5338691"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package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com.example.phonecall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  </a:t>
                      </a:r>
                    </a:p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android.net.Uri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  </a:t>
                      </a:r>
                    </a:p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android.os.Bundle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  </a:t>
                      </a:r>
                    </a:p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android.app.Activity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  </a:t>
                      </a:r>
                    </a:p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android.content.Intent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  </a:t>
                      </a:r>
                    </a:p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android.view.Menu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  </a:t>
                      </a:r>
                    </a:p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android.view.View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  </a:t>
                      </a:r>
                    </a:p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android.view.View.OnClickListener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  </a:t>
                      </a:r>
                    </a:p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android.widget.Button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  </a:t>
                      </a:r>
                    </a:p>
                    <a:p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import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android.widget.EditText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 </a:t>
                      </a:r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class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MainActivity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extends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Activity {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edittext1;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Button button1;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@Override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</a:t>
                      </a:r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protected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onCreate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(Bundle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savedInstanceState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 {      </a:t>
                      </a:r>
                      <a:r>
                        <a:rPr lang="en-US" sz="18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super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.onCreate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savedInstanceState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setContentView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R.layout.activity_main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</a:txBody>
                  <a:tcPr marL="95250" marR="95250" marT="95250" marB="95250"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//Getting the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and button instance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edittext1=(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EditText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findViewById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(R.id.editText1);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button1=(Button)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findViewById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(R.id.button1);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//Performing action on button click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button1.setOnClickListener(</a:t>
                      </a:r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OnClickListener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(){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    @Override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    </a:t>
                      </a:r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void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onClick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(View arg0) {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        String number=edittext1.getText().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toString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();   Intent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callIntent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= </a:t>
                      </a:r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new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Intent(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Intent.ACTION_CALL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       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callIntent.setData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Uri.parse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("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tel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:"+number));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       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startActivity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callIntent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);    }  });   }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@Override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public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boolean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onCreateOptionsMenu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(Menu menu) {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// Inflate the menu; this adds items to the action bar if it is present.  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getMenuInflater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().inflate(</a:t>
                      </a:r>
                      <a:r>
                        <a:rPr lang="en-US" sz="1800" b="0" i="0" kern="1200" dirty="0" err="1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R.menu.activity_main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menu);  </a:t>
                      </a:r>
                    </a:p>
                    <a:p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       </a:t>
                      </a:r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return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18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n-US" sz="1800" b="0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;    }  }  </a:t>
                      </a:r>
                    </a:p>
                    <a:p>
                      <a:pPr algn="l" fontAlgn="t"/>
                      <a:endParaRPr lang="en-US" dirty="0">
                        <a:effectLst/>
                      </a:endParaRPr>
                    </a:p>
                  </a:txBody>
                  <a:tcPr marL="95250" marR="95250" marT="95250" marB="9525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0339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7230" y="313899"/>
            <a:ext cx="1079537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3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  <a:cs typeface="Calibri" panose="020F0502020204030204" pitchFamily="34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1080</TotalTime>
  <Words>103</Words>
  <Application>Microsoft Office PowerPoint</Application>
  <PresentationFormat>Custom</PresentationFormat>
  <Paragraphs>79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Elemental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Naeem Khan</dc:creator>
  <cp:lastModifiedBy>amc</cp:lastModifiedBy>
  <cp:revision>108</cp:revision>
  <dcterms:created xsi:type="dcterms:W3CDTF">2024-11-04T05:04:00Z</dcterms:created>
  <dcterms:modified xsi:type="dcterms:W3CDTF">2025-02-17T07:56:59Z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92ED70D60F184857A85F9A485E7AD0CC_12</vt:lpwstr>
  </property>
  <property fmtid="{D5CDD505-2E9C-101B-9397-08002B2CF9AE}" pid="3" name="KSOProductBuildVer">
    <vt:lpwstr>1033-12.2.0.18911</vt:lpwstr>
  </property>
</Properties>
</file>