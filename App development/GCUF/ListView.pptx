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4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8" r:id="rId3"/>
    <p:sldId id="321" r:id="rId4"/>
    <p:sldId id="326" r:id="rId5"/>
    <p:sldId id="324" r:id="rId6"/>
    <p:sldId id="327" r:id="rId7"/>
    <p:sldId id="328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-900" y="-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23418-877D-4E15-98EB-B18A416688F8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B3ED0-4E7F-4552-8A34-7C1339267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95D31-9972-44D7-A973-436B8E0F36E9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085B6-4FD1-4360-BB53-F417E13A6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4128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38400" y="3159761"/>
            <a:ext cx="6096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6320" y="1219200"/>
            <a:ext cx="100584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4800" y="3375491"/>
            <a:ext cx="82296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689600" y="4074498"/>
            <a:ext cx="6096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0" y="4267368"/>
            <a:ext cx="49784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0" y="1905000"/>
            <a:ext cx="804672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792224" y="658368"/>
            <a:ext cx="4364736" cy="3429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6705600" y="658369"/>
            <a:ext cx="4364736" cy="34321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8160" y="661976"/>
            <a:ext cx="4364736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92224" y="1371600"/>
            <a:ext cx="43688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05600" y="661976"/>
            <a:ext cx="4364736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05600" y="1371600"/>
            <a:ext cx="4364736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408853" y="520192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73707" y="520192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105227" y="1774588"/>
            <a:ext cx="6096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685801"/>
            <a:ext cx="57912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0" y="685801"/>
            <a:ext cx="34544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25600" y="612776"/>
            <a:ext cx="89408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00" y="3453047"/>
            <a:ext cx="67056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7136" y="3331464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4800" y="685802"/>
            <a:ext cx="7721600" cy="3505199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2800" y="609601"/>
            <a:ext cx="2844800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0800" y="685801"/>
            <a:ext cx="6705600" cy="45720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830961" y="1038441"/>
            <a:ext cx="965416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557464" y="419133"/>
            <a:ext cx="5538472" cy="597394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4370607" y="116855"/>
            <a:ext cx="8639149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6320" y="4876800"/>
            <a:ext cx="100584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4800" y="685802"/>
            <a:ext cx="8128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00" y="615473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92A59E04-BC48-4C3C-B2CF-95287A202A10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80" y="6154739"/>
            <a:ext cx="6096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280" y="5842000"/>
            <a:ext cx="28448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" y="10"/>
            <a:ext cx="12191984" cy="68579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  <a:alpha val="54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254895">
            <a:off x="1244259" y="1587490"/>
            <a:ext cx="1378634" cy="3101380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254895" flipV="1">
            <a:off x="1414026" y="953161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254895" flipV="1">
            <a:off x="2528004" y="4145838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254895">
            <a:off x="2781579" y="1021138"/>
            <a:ext cx="434003" cy="871580"/>
          </a:xfrm>
          <a:prstGeom prst="line">
            <a:avLst/>
          </a:prstGeom>
          <a:ln w="76200" cap="rnd">
            <a:solidFill>
              <a:schemeClr val="bg1"/>
            </a:solidFill>
            <a:round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254895">
            <a:off x="3531651" y="3347833"/>
            <a:ext cx="428346" cy="836383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45302" y="1610122"/>
            <a:ext cx="847402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spc="6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WELCOME</a:t>
            </a:r>
          </a:p>
        </p:txBody>
      </p:sp>
      <p:sp>
        <p:nvSpPr>
          <p:cNvPr id="25" name="Arrow: Right 24">
            <a:hlinkClick r:id="" action="ppaction://hlinkshowjump?jump=nextslide"/>
          </p:cNvPr>
          <p:cNvSpPr/>
          <p:nvPr/>
        </p:nvSpPr>
        <p:spPr>
          <a:xfrm>
            <a:off x="10743027" y="2321170"/>
            <a:ext cx="1172308" cy="438026"/>
          </a:xfrm>
          <a:prstGeom prst="rightArrow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131280" y="5767141"/>
            <a:ext cx="9636369" cy="92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Mobile And Application Development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5" grpId="0" animBg="1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753" y="1757038"/>
            <a:ext cx="11887200" cy="92202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smtClean="0">
                <a:latin typeface="Calibri" panose="020F0502020204030204" pitchFamily="34" charset="0"/>
                <a:cs typeface="Calibri" panose="020F0502020204030204" pitchFamily="34" charset="0"/>
              </a:rPr>
              <a:t>ListView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6753" y="2707969"/>
            <a:ext cx="11887200" cy="23083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Mobile And Application Development</a:t>
            </a: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Practical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71667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lowchart: Alternate Process 5"/>
          <p:cNvSpPr/>
          <p:nvPr/>
        </p:nvSpPr>
        <p:spPr>
          <a:xfrm>
            <a:off x="1674254" y="5151549"/>
            <a:ext cx="8474298" cy="1197736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3200" b="1" i="1" cap="all" dirty="0" smtClean="0">
                <a:ln/>
                <a:solidFill>
                  <a:srgbClr val="FF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Instructor: Muhammad Naeem Khan</a:t>
            </a:r>
            <a:endParaRPr lang="en-US" sz="3200" b="1" i="1" cap="all" dirty="0">
              <a:ln/>
              <a:solidFill>
                <a:srgbClr val="FF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</a:t>
            </a:r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388" y="1184856"/>
            <a:ext cx="1019846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A list is any information displayed or organized in a logical or linear formation.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It is a view which groups several items and display them in vertical scrollable list.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55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</a:t>
            </a:r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1972" y="1146220"/>
            <a:ext cx="3709115" cy="558943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183487" y="1146219"/>
            <a:ext cx="3709115" cy="5589431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045002" y="1146220"/>
            <a:ext cx="3709115" cy="5589431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904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How to create </a:t>
            </a:r>
            <a:r>
              <a:rPr lang="en-US" sz="36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ListView</a:t>
            </a:r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157630"/>
              </p:ext>
            </p:extLst>
          </p:nvPr>
        </p:nvGraphicFramePr>
        <p:xfrm>
          <a:off x="344868" y="1138121"/>
          <a:ext cx="11722636" cy="5468967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69543"/>
                <a:gridCol w="9453093"/>
              </a:tblGrid>
              <a:tr h="114080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XML</a:t>
                      </a:r>
                      <a:r>
                        <a:rPr lang="en-US" sz="2800" baseline="0" dirty="0" smtClean="0"/>
                        <a:t> Code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Java Code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505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&lt;</a:t>
                      </a:r>
                      <a:r>
                        <a:rPr lang="en-US" dirty="0" err="1" smtClean="0"/>
                        <a:t>ListView</a:t>
                      </a:r>
                      <a:endParaRPr lang="en-US" dirty="0" smtClean="0"/>
                    </a:p>
                    <a:p>
                      <a:pPr algn="ctr"/>
                      <a:r>
                        <a:rPr lang="en-US" dirty="0" err="1" smtClean="0"/>
                        <a:t>Android</a:t>
                      </a:r>
                      <a:r>
                        <a:rPr lang="en-US" baseline="0" dirty="0" err="1" smtClean="0"/>
                        <a:t>:layout_width</a:t>
                      </a:r>
                      <a:r>
                        <a:rPr lang="en-US" baseline="0" dirty="0" smtClean="0"/>
                        <a:t> = “</a:t>
                      </a:r>
                      <a:r>
                        <a:rPr lang="en-US" baseline="0" dirty="0" err="1" smtClean="0"/>
                        <a:t>match_parent</a:t>
                      </a:r>
                      <a:r>
                        <a:rPr lang="en-US" baseline="0" dirty="0" smtClean="0"/>
                        <a:t>”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Android</a:t>
                      </a:r>
                      <a:r>
                        <a:rPr lang="en-US" baseline="0" dirty="0" err="1" smtClean="0"/>
                        <a:t>:layout_width</a:t>
                      </a:r>
                      <a:r>
                        <a:rPr lang="en-US" baseline="0" dirty="0" smtClean="0"/>
                        <a:t> = “</a:t>
                      </a:r>
                      <a:r>
                        <a:rPr lang="en-US" baseline="0" dirty="0" err="1" smtClean="0"/>
                        <a:t>wrap_content</a:t>
                      </a:r>
                      <a:r>
                        <a:rPr lang="en-US" baseline="0" dirty="0" smtClean="0"/>
                        <a:t>”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 smtClean="0"/>
                        <a:t>Android:id</a:t>
                      </a:r>
                      <a:r>
                        <a:rPr lang="en-US" baseline="0" dirty="0" smtClean="0"/>
                        <a:t> = “@+id/</a:t>
                      </a:r>
                      <a:r>
                        <a:rPr lang="en-US" baseline="0" dirty="0" err="1" smtClean="0"/>
                        <a:t>listview</a:t>
                      </a:r>
                      <a:r>
                        <a:rPr lang="en-US" baseline="0" dirty="0" smtClean="0"/>
                        <a:t>”/&gt;</a:t>
                      </a:r>
                    </a:p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/>
                        <a:t>ListView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baseline="0" dirty="0" err="1" smtClean="0"/>
                        <a:t>listview</a:t>
                      </a:r>
                      <a:r>
                        <a:rPr lang="en-US" sz="2000" baseline="0" dirty="0" smtClean="0"/>
                        <a:t>;</a:t>
                      </a:r>
                    </a:p>
                    <a:p>
                      <a:pPr algn="l"/>
                      <a:r>
                        <a:rPr lang="en-US" sz="2000" baseline="0" dirty="0" err="1" smtClean="0"/>
                        <a:t>ArrayList</a:t>
                      </a:r>
                      <a:r>
                        <a:rPr lang="en-US" sz="2000" baseline="0" dirty="0" smtClean="0"/>
                        <a:t>&lt;String&gt; </a:t>
                      </a:r>
                      <a:r>
                        <a:rPr lang="en-US" sz="2000" baseline="0" dirty="0" err="1" smtClean="0"/>
                        <a:t>arrName</a:t>
                      </a:r>
                      <a:r>
                        <a:rPr lang="en-US" sz="2000" baseline="0" dirty="0" smtClean="0"/>
                        <a:t> = new </a:t>
                      </a:r>
                      <a:r>
                        <a:rPr lang="en-US" sz="2000" baseline="0" dirty="0" err="1" smtClean="0"/>
                        <a:t>ArrayList</a:t>
                      </a:r>
                      <a:r>
                        <a:rPr lang="en-US" sz="2000" baseline="0" dirty="0" smtClean="0"/>
                        <a:t>();</a:t>
                      </a:r>
                    </a:p>
                    <a:p>
                      <a:pPr algn="l"/>
                      <a:r>
                        <a:rPr lang="en-US" sz="2000" baseline="0" dirty="0" err="1" smtClean="0"/>
                        <a:t>int</a:t>
                      </a:r>
                      <a:r>
                        <a:rPr lang="en-US" sz="2000" baseline="0" dirty="0" smtClean="0"/>
                        <a:t>[] </a:t>
                      </a:r>
                      <a:r>
                        <a:rPr lang="en-US" sz="2000" baseline="0" dirty="0" err="1" smtClean="0"/>
                        <a:t>arrNo</a:t>
                      </a:r>
                      <a:r>
                        <a:rPr lang="en-US" sz="2000" baseline="0" dirty="0" smtClean="0"/>
                        <a:t> = new </a:t>
                      </a:r>
                      <a:r>
                        <a:rPr lang="en-US" sz="2000" baseline="0" dirty="0" err="1" smtClean="0"/>
                        <a:t>int</a:t>
                      </a:r>
                      <a:r>
                        <a:rPr lang="en-US" sz="2000" baseline="0" dirty="0" smtClean="0"/>
                        <a:t>[] {1,2,3,4,5};</a:t>
                      </a:r>
                    </a:p>
                    <a:p>
                      <a:pPr algn="l"/>
                      <a:r>
                        <a:rPr lang="en-US" sz="2000" baseline="0" dirty="0" err="1" smtClean="0"/>
                        <a:t>listview</a:t>
                      </a:r>
                      <a:r>
                        <a:rPr lang="en-US" sz="2000" baseline="0" dirty="0" smtClean="0"/>
                        <a:t> = </a:t>
                      </a:r>
                      <a:r>
                        <a:rPr lang="en-US" sz="2000" baseline="0" dirty="0" err="1" smtClean="0"/>
                        <a:t>findViewById</a:t>
                      </a:r>
                      <a:r>
                        <a:rPr lang="en-US" sz="2000" baseline="0" dirty="0" smtClean="0"/>
                        <a:t>(</a:t>
                      </a:r>
                      <a:r>
                        <a:rPr lang="en-US" sz="2000" baseline="0" dirty="0" err="1" smtClean="0"/>
                        <a:t>R.id.listview</a:t>
                      </a:r>
                      <a:r>
                        <a:rPr lang="en-US" sz="2000" baseline="0" dirty="0" smtClean="0"/>
                        <a:t>);</a:t>
                      </a:r>
                    </a:p>
                    <a:p>
                      <a:pPr algn="l"/>
                      <a:r>
                        <a:rPr lang="en-US" dirty="0" err="1" smtClean="0"/>
                        <a:t>arrName.add</a:t>
                      </a:r>
                      <a:r>
                        <a:rPr lang="en-US" dirty="0" smtClean="0"/>
                        <a:t>(“Naeem”);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arrName.add</a:t>
                      </a:r>
                      <a:r>
                        <a:rPr lang="en-US" dirty="0" smtClean="0"/>
                        <a:t>(“Khan”);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ArrayAdapter</a:t>
                      </a:r>
                      <a:r>
                        <a:rPr lang="en-US" dirty="0" smtClean="0"/>
                        <a:t>&lt;String</a:t>
                      </a:r>
                      <a:r>
                        <a:rPr lang="en-US" dirty="0" smtClean="0"/>
                        <a:t>&gt; adapter = new </a:t>
                      </a:r>
                      <a:r>
                        <a:rPr lang="en-US" dirty="0" err="1" smtClean="0"/>
                        <a:t>ArrayAdapter</a:t>
                      </a:r>
                      <a:r>
                        <a:rPr lang="en-US" dirty="0" smtClean="0"/>
                        <a:t>&lt;&gt;(</a:t>
                      </a:r>
                      <a:r>
                        <a:rPr lang="en-US" dirty="0" err="1" smtClean="0"/>
                        <a:t>getApplicationContext</a:t>
                      </a:r>
                      <a:r>
                        <a:rPr lang="en-US" dirty="0" smtClean="0"/>
                        <a:t>(),android.R.layout.simple_list_item_1,arrName);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listView.setAdapter</a:t>
                      </a:r>
                      <a:r>
                        <a:rPr lang="en-US" dirty="0" smtClean="0"/>
                        <a:t>(adapter);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Listview.setOnItemClickListener</a:t>
                      </a:r>
                      <a:r>
                        <a:rPr lang="en-US" dirty="0" smtClean="0"/>
                        <a:t>(new </a:t>
                      </a:r>
                      <a:r>
                        <a:rPr lang="en-US" dirty="0" err="1" smtClean="0"/>
                        <a:t>AdapterView</a:t>
                      </a:r>
                      <a:r>
                        <a:rPr lang="en-US" dirty="0" smtClean="0"/>
                        <a:t>. </a:t>
                      </a:r>
                      <a:r>
                        <a:rPr lang="en-US" dirty="0" err="1" smtClean="0"/>
                        <a:t>OnItemClickListener</a:t>
                      </a:r>
                      <a:r>
                        <a:rPr lang="en-US" dirty="0" smtClean="0"/>
                        <a:t>(){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if(position = = 0)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Toast.makeText</a:t>
                      </a:r>
                      <a:r>
                        <a:rPr lang="en-US" dirty="0" smtClean="0"/>
                        <a:t>(“Clicked First Item”);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}</a:t>
                      </a:r>
                    </a:p>
                    <a:p>
                      <a:pPr algn="l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14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How to create </a:t>
            </a:r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Spinner?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48867"/>
              </p:ext>
            </p:extLst>
          </p:nvPr>
        </p:nvGraphicFramePr>
        <p:xfrm>
          <a:off x="344868" y="1138121"/>
          <a:ext cx="11722636" cy="545586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269543"/>
                <a:gridCol w="9453093"/>
              </a:tblGrid>
              <a:tr h="114080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XML</a:t>
                      </a:r>
                      <a:r>
                        <a:rPr lang="en-US" sz="2800" baseline="0" dirty="0" smtClean="0"/>
                        <a:t> Code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Java Code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505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&lt;</a:t>
                      </a:r>
                      <a:r>
                        <a:rPr lang="en-US" dirty="0" err="1" smtClean="0"/>
                        <a:t>ListView</a:t>
                      </a:r>
                      <a:endParaRPr lang="en-US" dirty="0" smtClean="0"/>
                    </a:p>
                    <a:p>
                      <a:pPr algn="ctr"/>
                      <a:r>
                        <a:rPr lang="en-US" dirty="0" err="1" smtClean="0"/>
                        <a:t>Android</a:t>
                      </a:r>
                      <a:r>
                        <a:rPr lang="en-US" baseline="0" dirty="0" err="1" smtClean="0"/>
                        <a:t>:layout_width</a:t>
                      </a:r>
                      <a:r>
                        <a:rPr lang="en-US" baseline="0" dirty="0" smtClean="0"/>
                        <a:t> = “</a:t>
                      </a:r>
                      <a:r>
                        <a:rPr lang="en-US" baseline="0" dirty="0" err="1" smtClean="0"/>
                        <a:t>match_parent</a:t>
                      </a:r>
                      <a:r>
                        <a:rPr lang="en-US" baseline="0" dirty="0" smtClean="0"/>
                        <a:t>”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Android</a:t>
                      </a:r>
                      <a:r>
                        <a:rPr lang="en-US" baseline="0" dirty="0" err="1" smtClean="0"/>
                        <a:t>:layout_width</a:t>
                      </a:r>
                      <a:r>
                        <a:rPr lang="en-US" baseline="0" dirty="0" smtClean="0"/>
                        <a:t> = “</a:t>
                      </a:r>
                      <a:r>
                        <a:rPr lang="en-US" baseline="0" dirty="0" err="1" smtClean="0"/>
                        <a:t>wrap_content</a:t>
                      </a:r>
                      <a:r>
                        <a:rPr lang="en-US" baseline="0" dirty="0" smtClean="0"/>
                        <a:t>”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 smtClean="0"/>
                        <a:t>Android:id</a:t>
                      </a:r>
                      <a:r>
                        <a:rPr lang="en-US" baseline="0" dirty="0" smtClean="0"/>
                        <a:t> = “@+id/</a:t>
                      </a:r>
                      <a:r>
                        <a:rPr lang="en-US" baseline="0" dirty="0" err="1" smtClean="0"/>
                        <a:t>listview</a:t>
                      </a:r>
                      <a:r>
                        <a:rPr lang="en-US" baseline="0" dirty="0" smtClean="0"/>
                        <a:t>”/&gt;</a:t>
                      </a:r>
                    </a:p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Spinner </a:t>
                      </a:r>
                      <a:r>
                        <a:rPr lang="en-US" sz="2000" baseline="0" dirty="0" err="1" smtClean="0"/>
                        <a:t>spinner</a:t>
                      </a:r>
                      <a:r>
                        <a:rPr lang="en-US" sz="2000" baseline="0" dirty="0" smtClean="0"/>
                        <a:t>;</a:t>
                      </a:r>
                      <a:endParaRPr lang="en-US" sz="2000" baseline="0" dirty="0" smtClean="0"/>
                    </a:p>
                    <a:p>
                      <a:pPr algn="l"/>
                      <a:r>
                        <a:rPr lang="en-US" sz="2000" baseline="0" dirty="0" err="1" smtClean="0"/>
                        <a:t>ArrayList</a:t>
                      </a:r>
                      <a:r>
                        <a:rPr lang="en-US" sz="2000" baseline="0" dirty="0" smtClean="0"/>
                        <a:t>&lt;String&gt; </a:t>
                      </a:r>
                      <a:r>
                        <a:rPr lang="en-US" sz="2000" baseline="0" dirty="0" smtClean="0"/>
                        <a:t>Country </a:t>
                      </a:r>
                      <a:r>
                        <a:rPr lang="en-US" sz="2000" baseline="0" dirty="0" smtClean="0"/>
                        <a:t>= new </a:t>
                      </a:r>
                      <a:r>
                        <a:rPr lang="en-US" sz="2000" baseline="0" dirty="0" err="1" smtClean="0"/>
                        <a:t>ArrayList</a:t>
                      </a:r>
                      <a:r>
                        <a:rPr lang="en-US" sz="2000" baseline="0" dirty="0" smtClean="0"/>
                        <a:t>();</a:t>
                      </a:r>
                    </a:p>
                    <a:p>
                      <a:pPr algn="l"/>
                      <a:endParaRPr lang="en-US" sz="2000" baseline="0" dirty="0" smtClean="0"/>
                    </a:p>
                    <a:p>
                      <a:pPr algn="l"/>
                      <a:r>
                        <a:rPr lang="en-US" sz="2000" baseline="0" dirty="0" err="1" smtClean="0"/>
                        <a:t>listview</a:t>
                      </a:r>
                      <a:r>
                        <a:rPr lang="en-US" sz="2000" baseline="0" dirty="0" smtClean="0"/>
                        <a:t> = </a:t>
                      </a:r>
                      <a:r>
                        <a:rPr lang="en-US" sz="2000" baseline="0" dirty="0" err="1" smtClean="0"/>
                        <a:t>findViewById</a:t>
                      </a:r>
                      <a:r>
                        <a:rPr lang="en-US" sz="2000" baseline="0" dirty="0" smtClean="0"/>
                        <a:t>(</a:t>
                      </a:r>
                      <a:r>
                        <a:rPr lang="en-US" sz="2000" baseline="0" dirty="0" err="1" smtClean="0"/>
                        <a:t>R.id.spinner</a:t>
                      </a:r>
                      <a:r>
                        <a:rPr lang="en-US" sz="2000" baseline="0" dirty="0" smtClean="0"/>
                        <a:t>);</a:t>
                      </a:r>
                      <a:endParaRPr lang="en-US" sz="2000" baseline="0" dirty="0" smtClean="0"/>
                    </a:p>
                    <a:p>
                      <a:pPr algn="l"/>
                      <a:r>
                        <a:rPr lang="en-US" sz="1800" baseline="0" dirty="0" err="1" smtClean="0"/>
                        <a:t>spinner</a:t>
                      </a:r>
                      <a:r>
                        <a:rPr lang="en-US" dirty="0" err="1" smtClean="0"/>
                        <a:t>.add</a:t>
                      </a:r>
                      <a:r>
                        <a:rPr lang="en-US" dirty="0" smtClean="0"/>
                        <a:t>(“Naeem”);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 err="1" smtClean="0"/>
                        <a:t>spinner</a:t>
                      </a:r>
                      <a:r>
                        <a:rPr lang="en-US" dirty="0" err="1" smtClean="0"/>
                        <a:t>.add</a:t>
                      </a:r>
                      <a:r>
                        <a:rPr lang="en-US" dirty="0" smtClean="0"/>
                        <a:t>(“Khan</a:t>
                      </a:r>
                      <a:r>
                        <a:rPr lang="en-US" dirty="0" smtClean="0"/>
                        <a:t>”);</a:t>
                      </a:r>
                      <a:endParaRPr lang="en-US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ArrayAdapter</a:t>
                      </a:r>
                      <a:r>
                        <a:rPr lang="en-US" dirty="0" smtClean="0"/>
                        <a:t>&lt;String</a:t>
                      </a:r>
                      <a:r>
                        <a:rPr lang="en-US" dirty="0" smtClean="0"/>
                        <a:t>&gt; </a:t>
                      </a:r>
                      <a:r>
                        <a:rPr lang="en-US" dirty="0" err="1" smtClean="0"/>
                        <a:t>spinnerAdapter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smtClean="0"/>
                        <a:t>= new </a:t>
                      </a:r>
                      <a:r>
                        <a:rPr lang="en-US" dirty="0" err="1" smtClean="0"/>
                        <a:t>ArrayAdapter</a:t>
                      </a:r>
                      <a:r>
                        <a:rPr lang="en-US" dirty="0" smtClean="0"/>
                        <a:t>&lt;&gt;(this,android.R.layout.simple_list_item_1,Country);</a:t>
                      </a:r>
                      <a:endParaRPr lang="en-US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aseline="0" dirty="0" err="1" smtClean="0"/>
                        <a:t>spinner</a:t>
                      </a:r>
                      <a:r>
                        <a:rPr lang="en-US" dirty="0" err="1" smtClean="0"/>
                        <a:t>.setAdapter</a:t>
                      </a:r>
                      <a:r>
                        <a:rPr lang="en-US" dirty="0" smtClean="0"/>
                        <a:t>(</a:t>
                      </a:r>
                      <a:r>
                        <a:rPr lang="en-US" dirty="0" err="1" smtClean="0"/>
                        <a:t>spinnerAdapter</a:t>
                      </a:r>
                      <a:r>
                        <a:rPr lang="en-US" dirty="0" smtClean="0"/>
                        <a:t>);</a:t>
                      </a:r>
                    </a:p>
                    <a:p>
                      <a:pPr algn="l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3365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Assignment 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7416" y="2621770"/>
            <a:ext cx="10198467" cy="11848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400" dirty="0" smtClean="0">
                <a:latin typeface="Arial" panose="020B0604020202020204" pitchFamily="34" charset="0"/>
                <a:cs typeface="Arial" panose="020B0604020202020204" pitchFamily="34" charset="0"/>
              </a:rPr>
              <a:t>Create a list for AutoComplete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99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7230" y="313899"/>
            <a:ext cx="1079537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3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  <a:cs typeface="Calibri" panose="020F0502020204030204" pitchFamily="34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lementa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865</TotalTime>
  <Words>210</Words>
  <Application>Microsoft Office PowerPoint</Application>
  <PresentationFormat>Custom</PresentationFormat>
  <Paragraphs>49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Elemental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Naeem Khan</dc:creator>
  <cp:lastModifiedBy>Muhammad Naeem Khan</cp:lastModifiedBy>
  <cp:revision>90</cp:revision>
  <dcterms:created xsi:type="dcterms:W3CDTF">2024-11-04T05:04:00Z</dcterms:created>
  <dcterms:modified xsi:type="dcterms:W3CDTF">2025-01-21T04:44:04Z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92ED70D60F184857A85F9A485E7AD0CC_12</vt:lpwstr>
  </property>
  <property fmtid="{D5CDD505-2E9C-101B-9397-08002B2CF9AE}" pid="3" name="KSOProductBuildVer">
    <vt:lpwstr>1033-12.2.0.18911</vt:lpwstr>
  </property>
</Properties>
</file>