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321" r:id="rId4"/>
    <p:sldId id="329" r:id="rId5"/>
    <p:sldId id="324" r:id="rId6"/>
    <p:sldId id="330" r:id="rId7"/>
    <p:sldId id="33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900" y="-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6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0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6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7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2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4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SharedPrefrences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Android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Shared-</a:t>
            </a:r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Prefrence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202976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One of the way to store data in Android.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It saves and retrieves data in the form of key and value pair.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Methods of shared-</a:t>
            </a:r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prefrence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 class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60002"/>
              </p:ext>
            </p:extLst>
          </p:nvPr>
        </p:nvGraphicFramePr>
        <p:xfrm>
          <a:off x="261256" y="1132611"/>
          <a:ext cx="11379200" cy="560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959"/>
                <a:gridCol w="10247241"/>
              </a:tblGrid>
              <a:tr h="394222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S.No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Method and Description</a:t>
                      </a:r>
                      <a:endParaRPr lang="en-US" sz="2000" dirty="0"/>
                    </a:p>
                  </a:txBody>
                  <a:tcPr/>
                </a:tc>
              </a:tr>
              <a:tr h="972054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apply()</a:t>
                      </a:r>
                    </a:p>
                    <a:p>
                      <a:r>
                        <a:rPr lang="en-US" sz="2000" dirty="0" smtClean="0"/>
                        <a:t>It</a:t>
                      </a:r>
                      <a:r>
                        <a:rPr lang="en-US" sz="2000" baseline="0" dirty="0" smtClean="0"/>
                        <a:t> is an </a:t>
                      </a:r>
                      <a:r>
                        <a:rPr lang="en-US" sz="2000" baseline="0" dirty="0" err="1" smtClean="0"/>
                        <a:t>abstrict</a:t>
                      </a:r>
                      <a:r>
                        <a:rPr lang="en-US" sz="2000" baseline="0" dirty="0" smtClean="0"/>
                        <a:t> method. It will commit your changes back from editor to the </a:t>
                      </a:r>
                      <a:r>
                        <a:rPr lang="en-US" sz="2000" baseline="0" dirty="0" err="1" smtClean="0"/>
                        <a:t>sharedPrefrence</a:t>
                      </a:r>
                      <a:r>
                        <a:rPr lang="en-US" sz="2000" baseline="0" dirty="0" smtClean="0"/>
                        <a:t> object you are calling.</a:t>
                      </a:r>
                      <a:endParaRPr lang="en-US" sz="2000" dirty="0"/>
                    </a:p>
                  </a:txBody>
                  <a:tcPr/>
                </a:tc>
              </a:tr>
              <a:tr h="68043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clear()</a:t>
                      </a:r>
                    </a:p>
                    <a:p>
                      <a:r>
                        <a:rPr lang="en-US" sz="2000" dirty="0" smtClean="0"/>
                        <a:t>It will remove all values from editor.</a:t>
                      </a:r>
                      <a:endParaRPr lang="en-US" sz="2000" dirty="0"/>
                    </a:p>
                  </a:txBody>
                  <a:tcPr/>
                </a:tc>
              </a:tr>
              <a:tr h="68043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 smtClean="0"/>
                        <a:t>remove(String key)</a:t>
                      </a:r>
                    </a:p>
                    <a:p>
                      <a:r>
                        <a:rPr lang="en-US" sz="2000" baseline="0" dirty="0" smtClean="0"/>
                        <a:t>It will remove the value whose key has been pass a parameter.</a:t>
                      </a:r>
                      <a:endParaRPr lang="en-US" sz="2000" dirty="0"/>
                    </a:p>
                  </a:txBody>
                  <a:tcPr/>
                </a:tc>
              </a:tr>
              <a:tr h="68043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putString</a:t>
                      </a:r>
                      <a:r>
                        <a:rPr lang="en-US" sz="2000" dirty="0" smtClean="0"/>
                        <a:t>(String key, String value)</a:t>
                      </a:r>
                    </a:p>
                    <a:p>
                      <a:r>
                        <a:rPr lang="en-US" sz="2000" dirty="0" smtClean="0"/>
                        <a:t>It will save a string value in a preference</a:t>
                      </a:r>
                      <a:r>
                        <a:rPr lang="en-US" sz="2000" baseline="0" dirty="0" smtClean="0"/>
                        <a:t> editor.</a:t>
                      </a:r>
                      <a:endParaRPr lang="en-US" sz="2000" dirty="0"/>
                    </a:p>
                  </a:txBody>
                  <a:tcPr/>
                </a:tc>
              </a:tr>
              <a:tr h="68043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putInt</a:t>
                      </a:r>
                      <a:r>
                        <a:rPr lang="en-US" sz="2000" dirty="0" smtClean="0"/>
                        <a:t>(String key, </a:t>
                      </a:r>
                      <a:r>
                        <a:rPr lang="en-US" sz="2000" dirty="0" err="1" smtClean="0"/>
                        <a:t>int</a:t>
                      </a:r>
                      <a:r>
                        <a:rPr lang="en-US" sz="2000" dirty="0" smtClean="0"/>
                        <a:t> value)</a:t>
                      </a:r>
                    </a:p>
                    <a:p>
                      <a:r>
                        <a:rPr lang="en-US" sz="2000" dirty="0" smtClean="0"/>
                        <a:t>It will save an</a:t>
                      </a:r>
                      <a:r>
                        <a:rPr lang="en-US" sz="2000" baseline="0" dirty="0" smtClean="0"/>
                        <a:t> integer</a:t>
                      </a:r>
                      <a:r>
                        <a:rPr lang="en-US" sz="2000" dirty="0" smtClean="0"/>
                        <a:t> value in a preference</a:t>
                      </a:r>
                      <a:r>
                        <a:rPr lang="en-US" sz="2000" baseline="0" dirty="0" smtClean="0"/>
                        <a:t> editor.</a:t>
                      </a:r>
                      <a:endParaRPr lang="en-US" sz="2000" dirty="0"/>
                    </a:p>
                  </a:txBody>
                  <a:tcPr/>
                </a:tc>
              </a:tr>
              <a:tr h="68043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6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putLong</a:t>
                      </a:r>
                      <a:r>
                        <a:rPr lang="en-US" sz="2000" dirty="0" smtClean="0"/>
                        <a:t>(String key, long value)</a:t>
                      </a:r>
                    </a:p>
                    <a:p>
                      <a:r>
                        <a:rPr lang="en-US" sz="2000" dirty="0" smtClean="0"/>
                        <a:t>It will save a long value in a preference</a:t>
                      </a:r>
                      <a:r>
                        <a:rPr lang="en-US" sz="2000" baseline="0" dirty="0" smtClean="0"/>
                        <a:t> editor.</a:t>
                      </a:r>
                      <a:endParaRPr lang="en-US" sz="2000" dirty="0"/>
                    </a:p>
                  </a:txBody>
                  <a:tcPr/>
                </a:tc>
              </a:tr>
              <a:tr h="68043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putFloat</a:t>
                      </a:r>
                      <a:r>
                        <a:rPr lang="en-US" sz="2000" dirty="0" smtClean="0"/>
                        <a:t>(String key, float value)</a:t>
                      </a:r>
                    </a:p>
                    <a:p>
                      <a:r>
                        <a:rPr lang="en-US" sz="2000" dirty="0" smtClean="0"/>
                        <a:t>It will save a float value in a preference</a:t>
                      </a:r>
                      <a:r>
                        <a:rPr lang="en-US" sz="2000" baseline="0" dirty="0" smtClean="0"/>
                        <a:t> editor.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22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Activity_main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458371"/>
              </p:ext>
            </p:extLst>
          </p:nvPr>
        </p:nvGraphicFramePr>
        <p:xfrm>
          <a:off x="130388" y="1138121"/>
          <a:ext cx="11937116" cy="5699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48241"/>
                <a:gridCol w="8888875"/>
              </a:tblGrid>
              <a:tr h="62161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activity_main.xml </a:t>
                      </a:r>
                      <a:endParaRPr lang="en-US" sz="18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Mainactivity.java</a:t>
                      </a:r>
                    </a:p>
                    <a:p>
                      <a:pPr algn="ctr"/>
                      <a:endParaRPr lang="en-US" sz="18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LinearLayout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android:layout_height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match_parent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android:layout_width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match_parent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:background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“color”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TextView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android:layout_height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wrap_content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android:layout_width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wrap_content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android:text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“Superior College Mian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Channu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/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LinearLayout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&gt;</a:t>
                      </a:r>
                    </a:p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new</a:t>
                      </a:r>
                      <a:r>
                        <a:rPr lang="en-US" baseline="0" dirty="0" smtClean="0"/>
                        <a:t> Handler().</a:t>
                      </a:r>
                      <a:r>
                        <a:rPr lang="en-US" baseline="0" dirty="0" err="1" smtClean="0"/>
                        <a:t>postDelayed</a:t>
                      </a:r>
                      <a:r>
                        <a:rPr lang="en-US" baseline="0" dirty="0" smtClean="0"/>
                        <a:t>(new Runnable()) {</a:t>
                      </a:r>
                    </a:p>
                    <a:p>
                      <a:pPr algn="l"/>
                      <a:r>
                        <a:rPr lang="en-US" baseline="0" dirty="0" err="1" smtClean="0"/>
                        <a:t>SharedPrefrences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pref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aseline="0" dirty="0" err="1" smtClean="0"/>
                        <a:t>getSharedPrefrences</a:t>
                      </a:r>
                      <a:r>
                        <a:rPr lang="en-US" baseline="0" dirty="0" smtClean="0"/>
                        <a:t>(</a:t>
                      </a:r>
                      <a:r>
                        <a:rPr lang="en-US" baseline="0" dirty="0" err="1" smtClean="0"/>
                        <a:t>name:”login</a:t>
                      </a:r>
                      <a:r>
                        <a:rPr lang="en-US" baseline="0" dirty="0" smtClean="0"/>
                        <a:t>”, MODE_PRIVATE);</a:t>
                      </a:r>
                    </a:p>
                    <a:p>
                      <a:pPr algn="l"/>
                      <a:r>
                        <a:rPr lang="en-US" baseline="0" dirty="0" smtClean="0"/>
                        <a:t>Boolean check = </a:t>
                      </a:r>
                      <a:r>
                        <a:rPr lang="en-US" baseline="0" dirty="0" err="1" smtClean="0"/>
                        <a:t>pref.getBoolean</a:t>
                      </a:r>
                      <a:r>
                        <a:rPr lang="en-US" baseline="0" dirty="0" smtClean="0"/>
                        <a:t>(“</a:t>
                      </a:r>
                      <a:r>
                        <a:rPr lang="en-US" baseline="0" dirty="0" err="1" smtClean="0"/>
                        <a:t>flag”,false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r>
                        <a:rPr lang="en-US" baseline="0" dirty="0" smtClean="0"/>
                        <a:t>Intent </a:t>
                      </a:r>
                      <a:r>
                        <a:rPr lang="en-US" baseline="0" dirty="0" err="1" smtClean="0"/>
                        <a:t>iNext</a:t>
                      </a:r>
                      <a:r>
                        <a:rPr lang="en-US" baseline="0" dirty="0" smtClean="0"/>
                        <a:t>;</a:t>
                      </a:r>
                    </a:p>
                    <a:p>
                      <a:pPr algn="l"/>
                      <a:r>
                        <a:rPr lang="en-US" baseline="0" dirty="0" smtClean="0"/>
                        <a:t>if(check){              //for </a:t>
                      </a:r>
                      <a:r>
                        <a:rPr lang="en-US" baseline="0" dirty="0" err="1" smtClean="0"/>
                        <a:t>ture</a:t>
                      </a:r>
                      <a:r>
                        <a:rPr lang="en-US" baseline="0" dirty="0" smtClean="0"/>
                        <a:t> (user is logged In)</a:t>
                      </a:r>
                    </a:p>
                    <a:p>
                      <a:pPr algn="l"/>
                      <a:r>
                        <a:rPr lang="en-US" baseline="0" dirty="0" err="1" smtClean="0"/>
                        <a:t>iNext</a:t>
                      </a:r>
                      <a:r>
                        <a:rPr lang="en-US" baseline="0" dirty="0" smtClean="0"/>
                        <a:t> = new 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Intent(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Mainactivity.this,HomeActivity.class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r>
                        <a:rPr lang="en-US" baseline="0" dirty="0" smtClean="0"/>
                        <a:t>}</a:t>
                      </a:r>
                    </a:p>
                    <a:p>
                      <a:pPr algn="l"/>
                      <a:r>
                        <a:rPr lang="en-US" baseline="0" dirty="0" smtClean="0"/>
                        <a:t>else{                     //for false(either first time or user is logged out)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iNext</a:t>
                      </a:r>
                      <a:r>
                        <a:rPr lang="en-US" baseline="0" dirty="0" smtClean="0"/>
                        <a:t> = new 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Intent(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Mainactivity.this,LoginActivity.class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r>
                        <a:rPr lang="en-US" baseline="0" dirty="0" smtClean="0"/>
                        <a:t>}</a:t>
                      </a:r>
                    </a:p>
                    <a:p>
                      <a:pPr algn="l"/>
                      <a:r>
                        <a:rPr lang="en-US" baseline="0" dirty="0" err="1" smtClean="0"/>
                        <a:t>startActivity</a:t>
                      </a:r>
                      <a:r>
                        <a:rPr lang="en-US" baseline="0" dirty="0" smtClean="0"/>
                        <a:t>(</a:t>
                      </a:r>
                      <a:r>
                        <a:rPr lang="en-US" baseline="0" dirty="0" err="1" smtClean="0"/>
                        <a:t>iNext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r>
                        <a:rPr lang="en-US" baseline="0" dirty="0" smtClean="0"/>
                        <a:t>}, </a:t>
                      </a:r>
                      <a:r>
                        <a:rPr lang="en-US" baseline="0" dirty="0" err="1" smtClean="0"/>
                        <a:t>delayMilis</a:t>
                      </a:r>
                      <a:r>
                        <a:rPr lang="en-US" baseline="0" dirty="0" smtClean="0"/>
                        <a:t>: 4000);}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LoginActivity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36798"/>
              </p:ext>
            </p:extLst>
          </p:nvPr>
        </p:nvGraphicFramePr>
        <p:xfrm>
          <a:off x="130388" y="1138121"/>
          <a:ext cx="11937116" cy="5730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85383"/>
                <a:gridCol w="9251733"/>
              </a:tblGrid>
              <a:tr h="62161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activity_login.xml </a:t>
                      </a:r>
                      <a:endParaRPr lang="en-US" sz="20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LoginActivity.Java</a:t>
                      </a:r>
                      <a:r>
                        <a:rPr lang="en-US" sz="20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endParaRPr lang="en-US" sz="20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LinearLayout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android:layout_height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match_parent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android:layout_width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match_parent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:background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“color”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&lt;Button</a:t>
                      </a:r>
                    </a:p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android:layout_height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wrap_content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android:layout_width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wrap_content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android:text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“Login”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Id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btnLogin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/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LinearLayout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&gt;</a:t>
                      </a:r>
                    </a:p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Button </a:t>
                      </a:r>
                      <a:r>
                        <a:rPr lang="en-US" dirty="0" err="1" smtClean="0"/>
                        <a:t>btnLogin</a:t>
                      </a:r>
                      <a:endParaRPr lang="en-US" dirty="0" smtClean="0"/>
                    </a:p>
                    <a:p>
                      <a:pPr algn="l"/>
                      <a:r>
                        <a:rPr lang="en-US" dirty="0" err="1" smtClean="0"/>
                        <a:t>btnLogin</a:t>
                      </a:r>
                      <a:r>
                        <a:rPr lang="en-US" dirty="0" smtClean="0"/>
                        <a:t> = </a:t>
                      </a:r>
                      <a:r>
                        <a:rPr lang="en-US" dirty="0" err="1" smtClean="0"/>
                        <a:t>findViewById</a:t>
                      </a:r>
                      <a:r>
                        <a:rPr lang="en-US" dirty="0" smtClean="0"/>
                        <a:t>(R.id. </a:t>
                      </a:r>
                      <a:r>
                        <a:rPr lang="en-US" dirty="0" err="1" smtClean="0"/>
                        <a:t>btnLogin</a:t>
                      </a:r>
                      <a:r>
                        <a:rPr lang="en-US" dirty="0" smtClean="0"/>
                        <a:t>);</a:t>
                      </a:r>
                    </a:p>
                    <a:p>
                      <a:pPr algn="l"/>
                      <a:r>
                        <a:rPr lang="en-US" dirty="0" err="1" smtClean="0"/>
                        <a:t>btnLogin.setOnClickListener</a:t>
                      </a:r>
                      <a:r>
                        <a:rPr lang="en-US" dirty="0" smtClean="0"/>
                        <a:t>(new </a:t>
                      </a:r>
                      <a:r>
                        <a:rPr lang="en-US" dirty="0" err="1" smtClean="0"/>
                        <a:t>View.onClickListener</a:t>
                      </a:r>
                      <a:r>
                        <a:rPr lang="en-US" dirty="0" smtClean="0"/>
                        <a:t>){</a:t>
                      </a:r>
                    </a:p>
                    <a:p>
                      <a:pPr algn="l"/>
                      <a:r>
                        <a:rPr lang="en-US" dirty="0" smtClean="0"/>
                        <a:t>// code for </a:t>
                      </a:r>
                      <a:r>
                        <a:rPr lang="en-US" dirty="0" err="1" smtClean="0"/>
                        <a:t>verfication</a:t>
                      </a:r>
                      <a:endParaRPr lang="en-US" dirty="0" smtClean="0"/>
                    </a:p>
                    <a:p>
                      <a:pPr algn="l"/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SharedPrefrences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pref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aseline="0" dirty="0" err="1" smtClean="0"/>
                        <a:t>getSharedPrefrences</a:t>
                      </a:r>
                      <a:r>
                        <a:rPr lang="en-US" baseline="0" dirty="0" smtClean="0"/>
                        <a:t>(</a:t>
                      </a:r>
                      <a:r>
                        <a:rPr lang="en-US" baseline="0" dirty="0" err="1" smtClean="0"/>
                        <a:t>name:”login</a:t>
                      </a:r>
                      <a:r>
                        <a:rPr lang="en-US" baseline="0" dirty="0" smtClean="0"/>
                        <a:t>”, MODE_PRIVATE);</a:t>
                      </a:r>
                    </a:p>
                    <a:p>
                      <a:pPr algn="l"/>
                      <a:r>
                        <a:rPr lang="en-US" baseline="0" dirty="0" err="1" smtClean="0"/>
                        <a:t>SharedPrefrences</a:t>
                      </a:r>
                      <a:r>
                        <a:rPr lang="en-US" baseline="0" dirty="0" smtClean="0"/>
                        <a:t> .Editor </a:t>
                      </a:r>
                      <a:r>
                        <a:rPr lang="en-US" baseline="0" dirty="0" err="1" smtClean="0"/>
                        <a:t>editor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aseline="0" dirty="0" err="1" smtClean="0"/>
                        <a:t>pref.edit</a:t>
                      </a:r>
                      <a:r>
                        <a:rPr lang="en-US" baseline="0" dirty="0" smtClean="0"/>
                        <a:t>();</a:t>
                      </a:r>
                      <a:endParaRPr lang="en-US" dirty="0" smtClean="0"/>
                    </a:p>
                    <a:p>
                      <a:pPr algn="l"/>
                      <a:r>
                        <a:rPr lang="en-US" baseline="0" dirty="0" smtClean="0"/>
                        <a:t>editor .</a:t>
                      </a:r>
                      <a:r>
                        <a:rPr lang="en-US" baseline="0" dirty="0" err="1" smtClean="0"/>
                        <a:t>putBoolean</a:t>
                      </a:r>
                      <a:r>
                        <a:rPr lang="en-US" baseline="0" dirty="0" smtClean="0"/>
                        <a:t>(“</a:t>
                      </a:r>
                      <a:r>
                        <a:rPr lang="en-US" baseline="0" dirty="0" err="1" smtClean="0"/>
                        <a:t>flag”,true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r>
                        <a:rPr lang="en-US" baseline="0" dirty="0" err="1" smtClean="0"/>
                        <a:t>Editor.apply</a:t>
                      </a:r>
                      <a:r>
                        <a:rPr lang="en-US" baseline="0" dirty="0" smtClean="0"/>
                        <a:t>();</a:t>
                      </a:r>
                    </a:p>
                    <a:p>
                      <a:pPr algn="l"/>
                      <a:endParaRPr lang="en-US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Intent </a:t>
                      </a:r>
                      <a:r>
                        <a:rPr lang="en-US" baseline="0" dirty="0" err="1" smtClean="0"/>
                        <a:t>iHome</a:t>
                      </a:r>
                      <a:r>
                        <a:rPr lang="en-US" baseline="0" dirty="0" smtClean="0"/>
                        <a:t> = new 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Intent(</a:t>
                      </a:r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LoginActivity.this,HomeActivity.class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r>
                        <a:rPr lang="en-US" baseline="0" dirty="0" err="1" smtClean="0"/>
                        <a:t>startActivity</a:t>
                      </a:r>
                      <a:r>
                        <a:rPr lang="en-US" baseline="0" dirty="0" smtClean="0"/>
                        <a:t>(</a:t>
                      </a:r>
                      <a:r>
                        <a:rPr lang="en-US" baseline="0" dirty="0" err="1" smtClean="0"/>
                        <a:t>iHome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algn="l"/>
                      <a:endParaRPr lang="en-US" dirty="0" smtClean="0"/>
                    </a:p>
                    <a:p>
                      <a:pPr algn="l"/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36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HomeActivity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431954"/>
              </p:ext>
            </p:extLst>
          </p:nvPr>
        </p:nvGraphicFramePr>
        <p:xfrm>
          <a:off x="130388" y="1138121"/>
          <a:ext cx="11937116" cy="5730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72469"/>
                <a:gridCol w="9164647"/>
              </a:tblGrid>
              <a:tr h="62161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activity_home.xml </a:t>
                      </a:r>
                      <a:endParaRPr lang="en-US" sz="20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HomeActivity.Java</a:t>
                      </a:r>
                      <a:r>
                        <a:rPr lang="en-US" sz="2000" dirty="0" smtClean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Code</a:t>
                      </a:r>
                    </a:p>
                    <a:p>
                      <a:pPr algn="ctr"/>
                      <a:endParaRPr lang="en-US" sz="20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916833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&lt;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LinearLayout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android:layout_height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match_parent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android:layout_width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match_parent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:background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“color”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&lt;Button</a:t>
                      </a:r>
                    </a:p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android:layout_height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wrap_content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android:layout_width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wrap_content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android:text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= “Logout”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Id = “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btnLogout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/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LinearLayout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&gt;</a:t>
                      </a:r>
                    </a:p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Button </a:t>
                      </a:r>
                      <a:r>
                        <a:rPr lang="en-US" dirty="0" err="1" smtClean="0"/>
                        <a:t>btnLogout</a:t>
                      </a:r>
                      <a:endParaRPr lang="en-US" dirty="0" smtClean="0"/>
                    </a:p>
                    <a:p>
                      <a:pPr algn="l"/>
                      <a:r>
                        <a:rPr lang="en-US" dirty="0" err="1" smtClean="0"/>
                        <a:t>btnLogout</a:t>
                      </a:r>
                      <a:r>
                        <a:rPr lang="en-US" dirty="0" smtClean="0"/>
                        <a:t> = </a:t>
                      </a:r>
                      <a:r>
                        <a:rPr lang="en-US" dirty="0" err="1" smtClean="0"/>
                        <a:t>findViewById</a:t>
                      </a:r>
                      <a:r>
                        <a:rPr lang="en-US" dirty="0" smtClean="0"/>
                        <a:t>(R.id. </a:t>
                      </a:r>
                      <a:r>
                        <a:rPr lang="en-US" dirty="0" err="1" smtClean="0"/>
                        <a:t>btnLogout</a:t>
                      </a:r>
                      <a:r>
                        <a:rPr lang="en-US" dirty="0" smtClean="0"/>
                        <a:t>);</a:t>
                      </a:r>
                    </a:p>
                    <a:p>
                      <a:pPr algn="l"/>
                      <a:r>
                        <a:rPr lang="en-US" dirty="0" err="1" smtClean="0"/>
                        <a:t>btnLogin.setOnClickListener</a:t>
                      </a:r>
                      <a:r>
                        <a:rPr lang="en-US" dirty="0" smtClean="0"/>
                        <a:t>(new </a:t>
                      </a:r>
                      <a:r>
                        <a:rPr lang="en-US" dirty="0" err="1" smtClean="0"/>
                        <a:t>View.onClickListener</a:t>
                      </a:r>
                      <a:r>
                        <a:rPr lang="en-US" dirty="0" smtClean="0"/>
                        <a:t>){</a:t>
                      </a:r>
                    </a:p>
                    <a:p>
                      <a:pPr algn="l"/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SharedPrefrences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pref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aseline="0" dirty="0" err="1" smtClean="0"/>
                        <a:t>getSharedPrefrences</a:t>
                      </a:r>
                      <a:r>
                        <a:rPr lang="en-US" baseline="0" dirty="0" smtClean="0"/>
                        <a:t>(</a:t>
                      </a:r>
                      <a:r>
                        <a:rPr lang="en-US" baseline="0" dirty="0" err="1" smtClean="0"/>
                        <a:t>name:”login</a:t>
                      </a:r>
                      <a:r>
                        <a:rPr lang="en-US" baseline="0" dirty="0" smtClean="0"/>
                        <a:t>”, MODE_PRIVATE);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SharedPrefrences</a:t>
                      </a:r>
                      <a:r>
                        <a:rPr lang="en-US" baseline="0" dirty="0" smtClean="0"/>
                        <a:t> .Editor </a:t>
                      </a:r>
                      <a:r>
                        <a:rPr lang="en-US" baseline="0" dirty="0" err="1" smtClean="0"/>
                        <a:t>editor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baseline="0" dirty="0" err="1" smtClean="0"/>
                        <a:t>pref.edit</a:t>
                      </a:r>
                      <a:r>
                        <a:rPr lang="en-US" baseline="0" dirty="0" smtClean="0"/>
                        <a:t>();</a:t>
                      </a: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editor .</a:t>
                      </a:r>
                      <a:r>
                        <a:rPr lang="en-US" baseline="0" dirty="0" err="1" smtClean="0"/>
                        <a:t>putBoolean</a:t>
                      </a:r>
                      <a:r>
                        <a:rPr lang="en-US" baseline="0" dirty="0" smtClean="0"/>
                        <a:t>(“</a:t>
                      </a:r>
                      <a:r>
                        <a:rPr lang="en-US" baseline="0" dirty="0" err="1" smtClean="0"/>
                        <a:t>flag”,false</a:t>
                      </a:r>
                      <a:r>
                        <a:rPr lang="en-US" baseline="0" dirty="0" smtClean="0"/>
                        <a:t>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editor.apply</a:t>
                      </a:r>
                      <a:r>
                        <a:rPr lang="en-US" baseline="0" dirty="0" smtClean="0"/>
                        <a:t>();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29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</TotalTime>
  <Words>473</Words>
  <Application>Microsoft Office PowerPoint</Application>
  <PresentationFormat>Custom</PresentationFormat>
  <Paragraphs>110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109</cp:revision>
  <dcterms:created xsi:type="dcterms:W3CDTF">2024-11-04T05:04:00Z</dcterms:created>
  <dcterms:modified xsi:type="dcterms:W3CDTF">2025-01-28T04:08:09Z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