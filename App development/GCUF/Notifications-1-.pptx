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774" r:id="rId1"/>
  </p:sldMasterIdLst>
  <p:notesMasterIdLst>
    <p:notesMasterId r:id="rId11"/>
  </p:notesMasterIdLst>
  <p:handoutMasterIdLst>
    <p:handoutMasterId r:id="rId12"/>
  </p:handoutMasterIdLst>
  <p:sldIdLst>
    <p:sldId id="256" r:id="rId2"/>
    <p:sldId id="258" r:id="rId3"/>
    <p:sldId id="330" r:id="rId4"/>
    <p:sldId id="331" r:id="rId5"/>
    <p:sldId id="321" r:id="rId6"/>
    <p:sldId id="329" r:id="rId7"/>
    <p:sldId id="326" r:id="rId8"/>
    <p:sldId id="324"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66" d="100"/>
          <a:sy n="66" d="100"/>
        </p:scale>
        <p:origin x="-900" y="-29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4F23418-877D-4E15-98EB-B18A416688F8}" type="datetimeFigureOut">
              <a:rPr lang="en-US" smtClean="0"/>
              <a:t>1/25/2025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E1B3ED0-4E7F-4552-8A34-7C1339267C69}"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US"/>
              <a:t>Superior College Mian Channu</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0095D31-9972-44D7-A973-436B8E0F36E9}" type="datetimeFigureOut">
              <a:rPr lang="en-US" smtClean="0"/>
              <a:t>1/25/2025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F085B6-4FD1-4360-BB53-F417E13A6F25}" type="slidenum">
              <a:rPr lang="en-US" smtClean="0"/>
              <a:t>‹#›</a:t>
            </a:fld>
            <a:endParaRPr lang="en-US"/>
          </a:p>
        </p:txBody>
      </p:sp>
    </p:spTree>
    <p:extLst>
      <p:ext uri="{BB962C8B-B14F-4D97-AF65-F5344CB8AC3E}">
        <p14:creationId xmlns:p14="http://schemas.microsoft.com/office/powerpoint/2010/main" val="3620841288"/>
      </p:ext>
    </p:extLst>
  </p:cSld>
  <p:clrMap bg1="lt1" tx1="dk1" bg2="lt2" tx2="dk2" accent1="accent1" accent2="accent2" accent3="accent3" accent4="accent4" accent5="accent5" accent6="accent6" hlink="hlink" folHlink="folHlink"/>
  <p:hf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extBox 7"/>
          <p:cNvSpPr txBox="1"/>
          <p:nvPr/>
        </p:nvSpPr>
        <p:spPr>
          <a:xfrm>
            <a:off x="2438400" y="3159761"/>
            <a:ext cx="609600" cy="1034129"/>
          </a:xfrm>
          <a:prstGeom prst="rect">
            <a:avLst/>
          </a:prstGeom>
          <a:noFill/>
        </p:spPr>
        <p:txBody>
          <a:bodyPr wrap="square" lIns="0" tIns="9144" rIns="0" bIns="9144" rtlCol="0" anchor="ctr"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2" name="Title 1"/>
          <p:cNvSpPr>
            <a:spLocks noGrp="1"/>
          </p:cNvSpPr>
          <p:nvPr>
            <p:ph type="ctrTitle"/>
          </p:nvPr>
        </p:nvSpPr>
        <p:spPr>
          <a:xfrm>
            <a:off x="1036320" y="1219200"/>
            <a:ext cx="10058400" cy="2152650"/>
          </a:xfrm>
        </p:spPr>
        <p:txBody>
          <a:bodyPr>
            <a:noAutofit/>
          </a:bodyPr>
          <a:lstStyle>
            <a:lvl1pPr>
              <a:defRPr sz="6000">
                <a:solidFill>
                  <a:schemeClr val="tx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2844800" y="3375491"/>
            <a:ext cx="82296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15" name="Date Placeholder 14"/>
          <p:cNvSpPr>
            <a:spLocks noGrp="1"/>
          </p:cNvSpPr>
          <p:nvPr>
            <p:ph type="dt" sz="half" idx="10"/>
          </p:nvPr>
        </p:nvSpPr>
        <p:spPr/>
        <p:txBody>
          <a:bodyPr/>
          <a:lstStyle/>
          <a:p>
            <a:fld id="{92A59E04-BC48-4C3C-B2CF-95287A202A10}" type="datetimeFigureOut">
              <a:rPr lang="en-US" smtClean="0"/>
              <a:t>1/25/2025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13" name="Title 12"/>
          <p:cNvSpPr>
            <a:spLocks noGrp="1"/>
          </p:cNvSpPr>
          <p:nvPr>
            <p:ph type="title"/>
          </p:nvPr>
        </p:nvSpPr>
        <p:spPr/>
        <p:txBody>
          <a:bodyPr/>
          <a:lstStyle/>
          <a:p>
            <a:r>
              <a:rPr lang="en-US" smtClean="0"/>
              <a:t>Click to edit Master title style</a:t>
            </a:r>
            <a:endParaRPr lang="en-US"/>
          </a:p>
        </p:txBody>
      </p:sp>
      <p:sp>
        <p:nvSpPr>
          <p:cNvPr id="14" name="Date Placeholder 13"/>
          <p:cNvSpPr>
            <a:spLocks noGrp="1"/>
          </p:cNvSpPr>
          <p:nvPr>
            <p:ph type="dt" sz="half" idx="10"/>
          </p:nvPr>
        </p:nvSpPr>
        <p:spPr/>
        <p:txBody>
          <a:bodyPr/>
          <a:lstStyle/>
          <a:p>
            <a:fld id="{92A59E04-BC48-4C3C-B2CF-95287A202A10}" type="datetimeFigureOut">
              <a:rPr lang="en-US" smtClean="0"/>
              <a:t>1/25/2025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TextBox 7"/>
          <p:cNvSpPr txBox="1"/>
          <p:nvPr/>
        </p:nvSpPr>
        <p:spPr>
          <a:xfrm>
            <a:off x="5689600" y="4074498"/>
            <a:ext cx="609600" cy="1015663"/>
          </a:xfrm>
          <a:prstGeom prst="rect">
            <a:avLst/>
          </a:prstGeom>
          <a:noFill/>
        </p:spPr>
        <p:txBody>
          <a:bodyPr wrap="square" lIns="0" tIns="0" rIns="0" bIns="0" rtlCol="0" anchor="t" anchorCtr="0">
            <a:spAutoFit/>
          </a:bodyPr>
          <a:lstStyle/>
          <a:p>
            <a:r>
              <a:rPr lang="en-US" sz="6600" dirty="0" smtClean="0">
                <a:effectLst>
                  <a:outerShdw blurRad="38100" dist="38100" dir="2700000" algn="tl">
                    <a:srgbClr val="000000">
                      <a:alpha val="43137"/>
                    </a:srgbClr>
                  </a:outerShdw>
                </a:effectLst>
                <a:latin typeface="+mn-lt"/>
              </a:rPr>
              <a:t>{</a:t>
            </a:r>
            <a:endParaRPr lang="en-US" sz="6600" dirty="0">
              <a:effectLst>
                <a:outerShdw blurRad="38100" dist="38100" dir="2700000" algn="tl">
                  <a:srgbClr val="000000">
                    <a:alpha val="43137"/>
                  </a:srgbClr>
                </a:outerShdw>
              </a:effectLst>
              <a:latin typeface="+mn-lt"/>
            </a:endParaRPr>
          </a:p>
        </p:txBody>
      </p:sp>
      <p:sp>
        <p:nvSpPr>
          <p:cNvPr id="3" name="Text Placeholder 2"/>
          <p:cNvSpPr>
            <a:spLocks noGrp="1"/>
          </p:cNvSpPr>
          <p:nvPr>
            <p:ph type="body" idx="1"/>
          </p:nvPr>
        </p:nvSpPr>
        <p:spPr>
          <a:xfrm>
            <a:off x="6096000" y="4267368"/>
            <a:ext cx="49784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12" name="Date Placeholder 11"/>
          <p:cNvSpPr>
            <a:spLocks noGrp="1"/>
          </p:cNvSpPr>
          <p:nvPr>
            <p:ph type="dt" sz="half" idx="10"/>
          </p:nvPr>
        </p:nvSpPr>
        <p:spPr/>
        <p:txBody>
          <a:bodyPr/>
          <a:lstStyle/>
          <a:p>
            <a:fld id="{92A59E04-BC48-4C3C-B2CF-95287A202A10}" type="datetimeFigureOut">
              <a:rPr lang="en-US" smtClean="0"/>
              <a:t>1/25/2025</a:t>
            </a:fld>
            <a:endParaRPr lang="en-US"/>
          </a:p>
        </p:txBody>
      </p:sp>
      <p:sp>
        <p:nvSpPr>
          <p:cNvPr id="13" name="Slide Number Placeholder 12"/>
          <p:cNvSpPr>
            <a:spLocks noGrp="1"/>
          </p:cNvSpPr>
          <p:nvPr>
            <p:ph type="sldNum" sz="quarter" idx="11"/>
          </p:nvPr>
        </p:nvSpPr>
        <p:spPr/>
        <p:txBody>
          <a:bodyPr/>
          <a:lstStyle/>
          <a:p>
            <a:fld id="{8CF08CA4-D9C5-4472-8FBF-7DFA91021E4F}" type="slidenum">
              <a:rPr lang="en-US" smtClean="0"/>
              <a:t>‹#›</a:t>
            </a:fld>
            <a:endParaRPr lang="en-US"/>
          </a:p>
        </p:txBody>
      </p:sp>
      <p:sp>
        <p:nvSpPr>
          <p:cNvPr id="14" name="Footer Placeholder 13"/>
          <p:cNvSpPr>
            <a:spLocks noGrp="1"/>
          </p:cNvSpPr>
          <p:nvPr>
            <p:ph type="ftr" sz="quarter" idx="12"/>
          </p:nvPr>
        </p:nvSpPr>
        <p:spPr/>
        <p:txBody>
          <a:bodyPr/>
          <a:lstStyle/>
          <a:p>
            <a:endParaRPr lang="en-US"/>
          </a:p>
        </p:txBody>
      </p:sp>
      <p:sp>
        <p:nvSpPr>
          <p:cNvPr id="4" name="Title 3"/>
          <p:cNvSpPr>
            <a:spLocks noGrp="1"/>
          </p:cNvSpPr>
          <p:nvPr>
            <p:ph type="title"/>
          </p:nvPr>
        </p:nvSpPr>
        <p:spPr>
          <a:xfrm>
            <a:off x="3048000" y="1905000"/>
            <a:ext cx="804672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smtClean="0"/>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92A59E04-BC48-4C3C-B2CF-95287A202A10}" type="datetimeFigureOut">
              <a:rPr lang="en-US" smtClean="0"/>
              <a:t>1/25/2025</a:t>
            </a:fld>
            <a:endParaRPr lang="en-US"/>
          </a:p>
        </p:txBody>
      </p:sp>
      <p:sp>
        <p:nvSpPr>
          <p:cNvPr id="9" name="Slide Number Placeholder 8"/>
          <p:cNvSpPr>
            <a:spLocks noGrp="1"/>
          </p:cNvSpPr>
          <p:nvPr>
            <p:ph type="sldNum" sz="quarter" idx="11"/>
          </p:nvPr>
        </p:nvSpPr>
        <p:spPr/>
        <p:txBody>
          <a:bodyPr/>
          <a:lstStyle/>
          <a:p>
            <a:fld id="{8CF08CA4-D9C5-4472-8FBF-7DFA91021E4F}" type="slidenum">
              <a:rPr lang="en-US" smtClean="0"/>
              <a:t>‹#›</a:t>
            </a:fld>
            <a:endParaRPr lang="en-US"/>
          </a:p>
        </p:txBody>
      </p:sp>
      <p:sp>
        <p:nvSpPr>
          <p:cNvPr id="10" name="Footer Placeholder 9"/>
          <p:cNvSpPr>
            <a:spLocks noGrp="1"/>
          </p:cNvSpPr>
          <p:nvPr>
            <p:ph type="ftr" sz="quarter" idx="12"/>
          </p:nvPr>
        </p:nvSpPr>
        <p:spPr/>
        <p:txBody>
          <a:bodyPr/>
          <a:lstStyle/>
          <a:p>
            <a:endParaRPr lang="en-US"/>
          </a:p>
        </p:txBody>
      </p:sp>
      <p:sp>
        <p:nvSpPr>
          <p:cNvPr id="11" name="Title 10"/>
          <p:cNvSpPr>
            <a:spLocks noGrp="1"/>
          </p:cNvSpPr>
          <p:nvPr>
            <p:ph type="title"/>
          </p:nvPr>
        </p:nvSpPr>
        <p:spPr/>
        <p:txBody>
          <a:bodyPr/>
          <a:lstStyle/>
          <a:p>
            <a:r>
              <a:rPr lang="en-US" smtClean="0"/>
              <a:t>Click to edit Master title style</a:t>
            </a:r>
            <a:endParaRPr lang="en-US" dirty="0"/>
          </a:p>
        </p:txBody>
      </p:sp>
      <p:sp>
        <p:nvSpPr>
          <p:cNvPr id="5" name="Content Placeholder 4"/>
          <p:cNvSpPr>
            <a:spLocks noGrp="1"/>
          </p:cNvSpPr>
          <p:nvPr>
            <p:ph sz="quarter" idx="13"/>
          </p:nvPr>
        </p:nvSpPr>
        <p:spPr>
          <a:xfrm>
            <a:off x="1792224" y="658368"/>
            <a:ext cx="4364736" cy="3429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Content Placeholder 6"/>
          <p:cNvSpPr>
            <a:spLocks noGrp="1"/>
          </p:cNvSpPr>
          <p:nvPr>
            <p:ph sz="quarter" idx="14"/>
          </p:nvPr>
        </p:nvSpPr>
        <p:spPr>
          <a:xfrm>
            <a:off x="6705600" y="658369"/>
            <a:ext cx="4364736" cy="34321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78816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792224" y="1371600"/>
            <a:ext cx="43688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705600" y="661976"/>
            <a:ext cx="4364736"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705600" y="1371600"/>
            <a:ext cx="4364736"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TextBox 12"/>
          <p:cNvSpPr txBox="1"/>
          <p:nvPr/>
        </p:nvSpPr>
        <p:spPr>
          <a:xfrm>
            <a:off x="1408853"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8" name="TextBox 17"/>
          <p:cNvSpPr txBox="1"/>
          <p:nvPr/>
        </p:nvSpPr>
        <p:spPr>
          <a:xfrm>
            <a:off x="6373707" y="520192"/>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2" name="Title 11"/>
          <p:cNvSpPr>
            <a:spLocks noGrp="1"/>
          </p:cNvSpPr>
          <p:nvPr>
            <p:ph type="title"/>
          </p:nvPr>
        </p:nvSpPr>
        <p:spPr/>
        <p:txBody>
          <a:bodyPr/>
          <a:lstStyle/>
          <a:p>
            <a:r>
              <a:rPr lang="en-US" smtClean="0"/>
              <a:t>Click to edit Master title style</a:t>
            </a:r>
            <a:endParaRPr lang="en-US" dirty="0"/>
          </a:p>
        </p:txBody>
      </p:sp>
      <p:sp>
        <p:nvSpPr>
          <p:cNvPr id="14" name="Date Placeholder 13"/>
          <p:cNvSpPr>
            <a:spLocks noGrp="1"/>
          </p:cNvSpPr>
          <p:nvPr>
            <p:ph type="dt" sz="half" idx="10"/>
          </p:nvPr>
        </p:nvSpPr>
        <p:spPr/>
        <p:txBody>
          <a:bodyPr/>
          <a:lstStyle/>
          <a:p>
            <a:fld id="{92A59E04-BC48-4C3C-B2CF-95287A202A10}" type="datetimeFigureOut">
              <a:rPr lang="en-US" smtClean="0"/>
              <a:t>1/25/2025</a:t>
            </a:fld>
            <a:endParaRPr lang="en-US"/>
          </a:p>
        </p:txBody>
      </p:sp>
      <p:sp>
        <p:nvSpPr>
          <p:cNvPr id="15" name="Slide Number Placeholder 14"/>
          <p:cNvSpPr>
            <a:spLocks noGrp="1"/>
          </p:cNvSpPr>
          <p:nvPr>
            <p:ph type="sldNum" sz="quarter" idx="11"/>
          </p:nvPr>
        </p:nvSpPr>
        <p:spPr/>
        <p:txBody>
          <a:bodyPr/>
          <a:lstStyle/>
          <a:p>
            <a:fld id="{8CF08CA4-D9C5-4472-8FBF-7DFA91021E4F}" type="slidenum">
              <a:rPr lang="en-US" smtClean="0"/>
              <a:t>‹#›</a:t>
            </a:fld>
            <a:endParaRPr lang="en-US"/>
          </a:p>
        </p:txBody>
      </p:sp>
      <p:sp>
        <p:nvSpPr>
          <p:cNvPr id="16" name="Footer Placeholder 15"/>
          <p:cNvSpPr>
            <a:spLocks noGrp="1"/>
          </p:cNvSpPr>
          <p:nvPr>
            <p:ph type="ftr" sz="quarter" idx="12"/>
          </p:nvPr>
        </p:nvSpPr>
        <p:spPr/>
        <p:txBody>
          <a:bodyPr/>
          <a:lstStyle/>
          <a:p>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smtClean="0"/>
              <a:t>Click to edit Master title style</a:t>
            </a:r>
            <a:endParaRPr lang="en-US"/>
          </a:p>
        </p:txBody>
      </p:sp>
      <p:sp>
        <p:nvSpPr>
          <p:cNvPr id="7" name="Date Placeholder 6"/>
          <p:cNvSpPr>
            <a:spLocks noGrp="1"/>
          </p:cNvSpPr>
          <p:nvPr>
            <p:ph type="dt" sz="half" idx="10"/>
          </p:nvPr>
        </p:nvSpPr>
        <p:spPr/>
        <p:txBody>
          <a:bodyPr/>
          <a:lstStyle/>
          <a:p>
            <a:fld id="{92A59E04-BC48-4C3C-B2CF-95287A202A10}" type="datetimeFigureOut">
              <a:rPr lang="en-US" smtClean="0"/>
              <a:t>1/25/2025</a:t>
            </a:fld>
            <a:endParaRPr lang="en-US"/>
          </a:p>
        </p:txBody>
      </p:sp>
      <p:sp>
        <p:nvSpPr>
          <p:cNvPr id="8" name="Slide Number Placeholder 7"/>
          <p:cNvSpPr>
            <a:spLocks noGrp="1"/>
          </p:cNvSpPr>
          <p:nvPr>
            <p:ph type="sldNum" sz="quarter" idx="11"/>
          </p:nvPr>
        </p:nvSpPr>
        <p:spPr/>
        <p:txBody>
          <a:bodyPr/>
          <a:lstStyle/>
          <a:p>
            <a:fld id="{8CF08CA4-D9C5-4472-8FBF-7DFA91021E4F}" type="slidenum">
              <a:rPr lang="en-US" smtClean="0"/>
              <a:t>‹#›</a:t>
            </a:fld>
            <a:endParaRPr lang="en-US"/>
          </a:p>
        </p:txBody>
      </p:sp>
      <p:sp>
        <p:nvSpPr>
          <p:cNvPr id="9" name="Footer Placeholder 8"/>
          <p:cNvSpPr>
            <a:spLocks noGrp="1"/>
          </p:cNvSpPr>
          <p:nvPr>
            <p:ph type="ftr" sz="quarter" idx="12"/>
          </p:nvPr>
        </p:nvSpPr>
        <p:spPr/>
        <p:txBody>
          <a:bodyPr/>
          <a:lstStyle/>
          <a:p>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92A59E04-BC48-4C3C-B2CF-95287A202A10}" type="datetimeFigureOut">
              <a:rPr lang="en-US" smtClean="0"/>
              <a:t>1/25/2025</a:t>
            </a:fld>
            <a:endParaRPr lang="en-US"/>
          </a:p>
        </p:txBody>
      </p:sp>
      <p:sp>
        <p:nvSpPr>
          <p:cNvPr id="6" name="Slide Number Placeholder 5"/>
          <p:cNvSpPr>
            <a:spLocks noGrp="1"/>
          </p:cNvSpPr>
          <p:nvPr>
            <p:ph type="sldNum" sz="quarter" idx="11"/>
          </p:nvPr>
        </p:nvSpPr>
        <p:spPr/>
        <p:txBody>
          <a:bodyPr/>
          <a:lstStyle/>
          <a:p>
            <a:fld id="{8CF08CA4-D9C5-4472-8FBF-7DFA91021E4F}" type="slidenum">
              <a:rPr lang="en-US" smtClean="0"/>
              <a:t>‹#›</a:t>
            </a:fld>
            <a:endParaRPr lang="en-US"/>
          </a:p>
        </p:txBody>
      </p:sp>
      <p:sp>
        <p:nvSpPr>
          <p:cNvPr id="7" name="Footer Placeholder 6"/>
          <p:cNvSpPr>
            <a:spLocks noGrp="1"/>
          </p:cNvSpPr>
          <p:nvPr>
            <p:ph type="ftr" sz="quarter" idx="12"/>
          </p:nvPr>
        </p:nvSpPr>
        <p:spPr/>
        <p:txBody>
          <a:bodyPr/>
          <a:lstStyle/>
          <a:p>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7105227" y="1774588"/>
            <a:ext cx="609600" cy="1231106"/>
          </a:xfrm>
          <a:prstGeom prst="rect">
            <a:avLst/>
          </a:prstGeom>
          <a:noFill/>
        </p:spPr>
        <p:txBody>
          <a:bodyPr wrap="square" lIns="0" tIns="0" rIns="0" bIns="0" rtlCol="0" anchor="t" anchorCtr="0">
            <a:spAutoFit/>
          </a:bodyPr>
          <a:lstStyle/>
          <a:p>
            <a:r>
              <a:rPr lang="en-US" sz="8000" dirty="0" smtClean="0">
                <a:effectLst>
                  <a:outerShdw blurRad="38100" dist="38100" dir="2700000" algn="tl">
                    <a:srgbClr val="000000">
                      <a:alpha val="43137"/>
                    </a:srgbClr>
                  </a:outerShdw>
                </a:effectLst>
                <a:latin typeface="+mn-lt"/>
              </a:rPr>
              <a:t>{</a:t>
            </a:r>
            <a:endParaRPr lang="en-US" sz="8000" dirty="0">
              <a:effectLst>
                <a:outerShdw blurRad="38100" dist="38100" dir="2700000" algn="tl">
                  <a:srgbClr val="000000">
                    <a:alpha val="43137"/>
                  </a:srgbClr>
                </a:outerShdw>
              </a:effectLst>
              <a:latin typeface="+mn-lt"/>
            </a:endParaRPr>
          </a:p>
        </p:txBody>
      </p:sp>
      <p:sp>
        <p:nvSpPr>
          <p:cNvPr id="3" name="Content Placeholder 2"/>
          <p:cNvSpPr>
            <a:spLocks noGrp="1"/>
          </p:cNvSpPr>
          <p:nvPr>
            <p:ph idx="1"/>
          </p:nvPr>
        </p:nvSpPr>
        <p:spPr>
          <a:xfrm>
            <a:off x="1117600" y="685801"/>
            <a:ext cx="57912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20000" y="685801"/>
            <a:ext cx="34544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5" name="Date Placeholder 14"/>
          <p:cNvSpPr>
            <a:spLocks noGrp="1"/>
          </p:cNvSpPr>
          <p:nvPr>
            <p:ph type="dt" sz="half" idx="10"/>
          </p:nvPr>
        </p:nvSpPr>
        <p:spPr/>
        <p:txBody>
          <a:bodyPr/>
          <a:lstStyle/>
          <a:p>
            <a:fld id="{92A59E04-BC48-4C3C-B2CF-95287A202A10}" type="datetimeFigureOut">
              <a:rPr lang="en-US" smtClean="0"/>
              <a:t>1/25/2025</a:t>
            </a:fld>
            <a:endParaRPr lang="en-US"/>
          </a:p>
        </p:txBody>
      </p:sp>
      <p:sp>
        <p:nvSpPr>
          <p:cNvPr id="16" name="Slide Number Placeholder 15"/>
          <p:cNvSpPr>
            <a:spLocks noGrp="1"/>
          </p:cNvSpPr>
          <p:nvPr>
            <p:ph type="sldNum" sz="quarter" idx="11"/>
          </p:nvPr>
        </p:nvSpPr>
        <p:spPr/>
        <p:txBody>
          <a:bodyPr/>
          <a:lstStyle/>
          <a:p>
            <a:fld id="{8CF08CA4-D9C5-4472-8FBF-7DFA91021E4F}" type="slidenum">
              <a:rPr lang="en-US" smtClean="0"/>
              <a:t>‹#›</a:t>
            </a:fld>
            <a:endParaRPr lang="en-US"/>
          </a:p>
        </p:txBody>
      </p:sp>
      <p:sp>
        <p:nvSpPr>
          <p:cNvPr id="17" name="Footer Placeholder 16"/>
          <p:cNvSpPr>
            <a:spLocks noGrp="1"/>
          </p:cNvSpPr>
          <p:nvPr>
            <p:ph type="ftr" sz="quarter" idx="12"/>
          </p:nvPr>
        </p:nvSpPr>
        <p:spPr/>
        <p:txBody>
          <a:bodyPr/>
          <a:lstStyle/>
          <a:p>
            <a:endParaRPr lang="en-US"/>
          </a:p>
        </p:txBody>
      </p:sp>
      <p:sp>
        <p:nvSpPr>
          <p:cNvPr id="18" name="Title 17"/>
          <p:cNvSpPr>
            <a:spLocks noGrp="1"/>
          </p:cNvSpPr>
          <p:nvPr>
            <p:ph type="title"/>
          </p:nvPr>
        </p:nvSpPr>
        <p:spPr/>
        <p:txBody>
          <a:bodyPr/>
          <a:lstStyle/>
          <a:p>
            <a:r>
              <a:rPr lang="en-US" smtClean="0"/>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625600" y="612776"/>
            <a:ext cx="89408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a:p>
        </p:txBody>
      </p:sp>
      <p:sp>
        <p:nvSpPr>
          <p:cNvPr id="4" name="Text Placeholder 3"/>
          <p:cNvSpPr>
            <a:spLocks noGrp="1"/>
          </p:cNvSpPr>
          <p:nvPr>
            <p:ph type="body" sz="half" idx="2"/>
          </p:nvPr>
        </p:nvSpPr>
        <p:spPr>
          <a:xfrm>
            <a:off x="3657600" y="3453047"/>
            <a:ext cx="67056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Box 8"/>
          <p:cNvSpPr txBox="1"/>
          <p:nvPr/>
        </p:nvSpPr>
        <p:spPr>
          <a:xfrm>
            <a:off x="3247136" y="3331464"/>
            <a:ext cx="609600" cy="923330"/>
          </a:xfrm>
          <a:prstGeom prst="rect">
            <a:avLst/>
          </a:prstGeom>
          <a:noFill/>
        </p:spPr>
        <p:txBody>
          <a:bodyPr wrap="square" lIns="0" tIns="0" rIns="0" bIns="0" rtlCol="0" anchor="t" anchorCtr="0">
            <a:spAutoFit/>
          </a:bodyPr>
          <a:lstStyle/>
          <a:p>
            <a:r>
              <a:rPr lang="en-US" sz="6000" dirty="0" smtClean="0">
                <a:effectLst>
                  <a:outerShdw blurRad="38100" dist="38100" dir="2700000" algn="tl">
                    <a:srgbClr val="000000">
                      <a:alpha val="43137"/>
                    </a:srgbClr>
                  </a:outerShdw>
                </a:effectLst>
                <a:latin typeface="+mn-lt"/>
              </a:rPr>
              <a:t>{</a:t>
            </a:r>
            <a:endParaRPr lang="en-US" sz="6000" dirty="0">
              <a:effectLst>
                <a:outerShdw blurRad="38100" dist="38100" dir="2700000" algn="tl">
                  <a:srgbClr val="000000">
                    <a:alpha val="43137"/>
                  </a:srgbClr>
                </a:outerShdw>
              </a:effectLst>
              <a:latin typeface="+mn-lt"/>
            </a:endParaRPr>
          </a:p>
        </p:txBody>
      </p:sp>
      <p:sp>
        <p:nvSpPr>
          <p:cNvPr id="11" name="Title 10"/>
          <p:cNvSpPr>
            <a:spLocks noGrp="1"/>
          </p:cNvSpPr>
          <p:nvPr>
            <p:ph type="title"/>
          </p:nvPr>
        </p:nvSpPr>
        <p:spPr/>
        <p:txBody>
          <a:bodyPr/>
          <a:lstStyle/>
          <a:p>
            <a:r>
              <a:rPr lang="en-US" smtClean="0"/>
              <a:t>Click to edit Master title style</a:t>
            </a:r>
            <a:endParaRPr lang="en-US"/>
          </a:p>
        </p:txBody>
      </p:sp>
      <p:sp>
        <p:nvSpPr>
          <p:cNvPr id="13" name="Date Placeholder 12"/>
          <p:cNvSpPr>
            <a:spLocks noGrp="1"/>
          </p:cNvSpPr>
          <p:nvPr>
            <p:ph type="dt" sz="half" idx="10"/>
          </p:nvPr>
        </p:nvSpPr>
        <p:spPr/>
        <p:txBody>
          <a:bodyPr/>
          <a:lstStyle/>
          <a:p>
            <a:fld id="{92A59E04-BC48-4C3C-B2CF-95287A202A10}" type="datetimeFigureOut">
              <a:rPr lang="en-US" smtClean="0"/>
              <a:t>1/25/2025</a:t>
            </a:fld>
            <a:endParaRPr lang="en-US"/>
          </a:p>
        </p:txBody>
      </p:sp>
      <p:sp>
        <p:nvSpPr>
          <p:cNvPr id="14" name="Slide Number Placeholder 13"/>
          <p:cNvSpPr>
            <a:spLocks noGrp="1"/>
          </p:cNvSpPr>
          <p:nvPr>
            <p:ph type="sldNum" sz="quarter" idx="11"/>
          </p:nvPr>
        </p:nvSpPr>
        <p:spPr/>
        <p:txBody>
          <a:bodyPr/>
          <a:lstStyle/>
          <a:p>
            <a:fld id="{8CF08CA4-D9C5-4472-8FBF-7DFA91021E4F}" type="slidenum">
              <a:rPr lang="en-US" smtClean="0"/>
              <a:t>‹#›</a:t>
            </a:fld>
            <a:endParaRPr lang="en-US"/>
          </a:p>
        </p:txBody>
      </p:sp>
      <p:sp>
        <p:nvSpPr>
          <p:cNvPr id="15" name="Footer Placeholder 14"/>
          <p:cNvSpPr>
            <a:spLocks noGrp="1"/>
          </p:cNvSpPr>
          <p:nvPr>
            <p:ph type="ftr" sz="quarter" idx="12"/>
          </p:nvPr>
        </p:nvSpPr>
        <p:spPr/>
        <p:txBody>
          <a:bodyPr/>
          <a:lstStyle/>
          <a:p>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2844800" y="685802"/>
            <a:ext cx="7721600" cy="3505199"/>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2A59E04-BC48-4C3C-B2CF-95287A202A10}"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12800" y="609601"/>
            <a:ext cx="2844800" cy="5181600"/>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3860800" y="685801"/>
            <a:ext cx="6705600" cy="4572000"/>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92A59E04-BC48-4C3C-B2CF-95287A202A10}" type="datetimeFigureOut">
              <a:rPr lang="en-US" smtClean="0"/>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F08CA4-D9C5-4472-8FBF-7DFA91021E4F}"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002060"/>
        </a:solidFill>
        <a:effectLst/>
      </p:bgPr>
    </p:bg>
    <p:spTree>
      <p:nvGrpSpPr>
        <p:cNvPr id="1" name=""/>
        <p:cNvGrpSpPr/>
        <p:nvPr/>
      </p:nvGrpSpPr>
      <p:grpSpPr>
        <a:xfrm>
          <a:off x="0" y="0"/>
          <a:ext cx="0" cy="0"/>
          <a:chOff x="0" y="0"/>
          <a:chExt cx="0" cy="0"/>
        </a:xfrm>
      </p:grpSpPr>
      <p:sp>
        <p:nvSpPr>
          <p:cNvPr id="7" name="Rectangle 6"/>
          <p:cNvSpPr/>
          <p:nvPr/>
        </p:nvSpPr>
        <p:spPr>
          <a:xfrm>
            <a:off x="0" y="0"/>
            <a:ext cx="12192000" cy="6858000"/>
          </a:xfrm>
          <a:prstGeom prst="rect">
            <a:avLst/>
          </a:prstGeom>
          <a:gradFill>
            <a:gsLst>
              <a:gs pos="0">
                <a:schemeClr val="accent6">
                  <a:lumMod val="50000"/>
                  <a:alpha val="36000"/>
                </a:schemeClr>
              </a:gs>
              <a:gs pos="100000">
                <a:schemeClr val="bg2">
                  <a:alpha val="1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rot="19724275">
            <a:off x="1830961" y="1038441"/>
            <a:ext cx="965416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rot="17656910">
            <a:off x="557464" y="419133"/>
            <a:ext cx="5538472" cy="5973945"/>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4370607" y="116855"/>
            <a:ext cx="8639149"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1036320" y="4876800"/>
            <a:ext cx="10058400" cy="91440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2844800" y="685802"/>
            <a:ext cx="8128000" cy="3657599"/>
          </a:xfrm>
          <a:prstGeom prst="rect">
            <a:avLst/>
          </a:prstGeom>
        </p:spPr>
        <p:txBody>
          <a:bodyPr vert="horz" lIns="91440" tIns="45720" rIns="91440" bIns="45720" rtlCol="0" anchor="ct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229600" y="6154739"/>
            <a:ext cx="28448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92A59E04-BC48-4C3C-B2CF-95287A202A10}" type="datetimeFigureOut">
              <a:rPr lang="en-US" smtClean="0"/>
              <a:t>1/25/2025</a:t>
            </a:fld>
            <a:endParaRPr lang="en-US"/>
          </a:p>
        </p:txBody>
      </p:sp>
      <p:sp>
        <p:nvSpPr>
          <p:cNvPr id="5" name="Footer Placeholder 4"/>
          <p:cNvSpPr>
            <a:spLocks noGrp="1"/>
          </p:cNvSpPr>
          <p:nvPr>
            <p:ph type="ftr" sz="quarter" idx="3"/>
          </p:nvPr>
        </p:nvSpPr>
        <p:spPr>
          <a:xfrm>
            <a:off x="1097280" y="6154739"/>
            <a:ext cx="6096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a:p>
        </p:txBody>
      </p:sp>
      <p:sp>
        <p:nvSpPr>
          <p:cNvPr id="6" name="Slide Number Placeholder 5"/>
          <p:cNvSpPr>
            <a:spLocks noGrp="1"/>
          </p:cNvSpPr>
          <p:nvPr>
            <p:ph type="sldNum" sz="quarter" idx="4"/>
          </p:nvPr>
        </p:nvSpPr>
        <p:spPr>
          <a:xfrm>
            <a:off x="1097280" y="5842000"/>
            <a:ext cx="28448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8CF08CA4-D9C5-4472-8FBF-7DFA91021E4F}"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775" r:id="rId1"/>
    <p:sldLayoutId id="2147483776" r:id="rId2"/>
    <p:sldLayoutId id="2147483777" r:id="rId3"/>
    <p:sldLayoutId id="2147483778" r:id="rId4"/>
    <p:sldLayoutId id="2147483779" r:id="rId5"/>
    <p:sldLayoutId id="2147483780" r:id="rId6"/>
    <p:sldLayoutId id="2147483781" r:id="rId7"/>
    <p:sldLayoutId id="2147483782" r:id="rId8"/>
    <p:sldLayoutId id="2147483783" r:id="rId9"/>
    <p:sldLayoutId id="2147483784" r:id="rId10"/>
    <p:sldLayoutId id="2147483785" r:id="rId11"/>
  </p:sldLayoutIdLst>
  <p:txStyles>
    <p:title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6.jpeg"/><Relationship Id="rId4" Type="http://schemas.openxmlformats.org/officeDocument/2006/relationships/image" Target="../media/image5.jpeg"/></Relationships>
</file>

<file path=ppt/slides/_rels/slide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extLst>
              <a:ext uri="{28A0092B-C50C-407E-A947-70E740481C1C}">
                <a14:useLocalDpi xmlns:a14="http://schemas.microsoft.com/office/drawing/2010/main" val="0"/>
              </a:ext>
            </a:extLst>
          </a:blip>
          <a:srcRect/>
          <a:stretch>
            <a:fillRect/>
          </a:stretch>
        </p:blipFill>
        <p:spPr>
          <a:xfrm>
            <a:off x="7" y="10"/>
            <a:ext cx="12191984" cy="6857991"/>
          </a:xfrm>
          <a:prstGeom prst="rect">
            <a:avLst/>
          </a:prstGeom>
        </p:spPr>
      </p:pic>
      <p:sp>
        <p:nvSpPr>
          <p:cNvPr id="6" name="Rectangle 5"/>
          <p:cNvSpPr/>
          <p:nvPr/>
        </p:nvSpPr>
        <p:spPr>
          <a:xfrm>
            <a:off x="0" y="0"/>
            <a:ext cx="12192000" cy="6858000"/>
          </a:xfrm>
          <a:prstGeom prst="rect">
            <a:avLst/>
          </a:prstGeom>
          <a:gradFill flip="none" rotWithShape="1">
            <a:gsLst>
              <a:gs pos="0">
                <a:schemeClr val="accent4">
                  <a:lumMod val="0"/>
                  <a:lumOff val="100000"/>
                </a:schemeClr>
              </a:gs>
              <a:gs pos="35000">
                <a:schemeClr val="accent4">
                  <a:lumMod val="0"/>
                  <a:lumOff val="100000"/>
                  <a:alpha val="54000"/>
                </a:schemeClr>
              </a:gs>
              <a:gs pos="100000">
                <a:schemeClr val="accent4">
                  <a:lumMod val="100000"/>
                </a:schemeClr>
              </a:gs>
            </a:gsLst>
            <a:path path="circle">
              <a:fillToRect l="50000" t="-80000" r="50000" b="18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cxnSp>
        <p:nvCxnSpPr>
          <p:cNvPr id="8" name="Straight Connector 7"/>
          <p:cNvCxnSpPr/>
          <p:nvPr/>
        </p:nvCxnSpPr>
        <p:spPr>
          <a:xfrm rot="254895">
            <a:off x="1244259" y="1587490"/>
            <a:ext cx="1378634" cy="3101380"/>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rot="254895" flipV="1">
            <a:off x="1414026" y="953161"/>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4" name="Straight Connector 13"/>
          <p:cNvCxnSpPr/>
          <p:nvPr/>
        </p:nvCxnSpPr>
        <p:spPr>
          <a:xfrm rot="254895" flipV="1">
            <a:off x="2528004" y="4145838"/>
            <a:ext cx="1347430" cy="640621"/>
          </a:xfrm>
          <a:prstGeom prst="line">
            <a:avLst/>
          </a:prstGeom>
          <a:ln w="76200" cap="rnd">
            <a:solidFill>
              <a:schemeClr val="bg1"/>
            </a:solidFill>
            <a:round/>
          </a:ln>
        </p:spPr>
        <p:style>
          <a:lnRef idx="2">
            <a:schemeClr val="accent1"/>
          </a:lnRef>
          <a:fillRef idx="0">
            <a:schemeClr val="accent1"/>
          </a:fillRef>
          <a:effectRef idx="1">
            <a:schemeClr val="accent1"/>
          </a:effectRef>
          <a:fontRef idx="minor">
            <a:schemeClr val="tx1"/>
          </a:fontRef>
        </p:style>
      </p:cxnSp>
      <p:cxnSp>
        <p:nvCxnSpPr>
          <p:cNvPr id="15" name="Straight Connector 14"/>
          <p:cNvCxnSpPr/>
          <p:nvPr/>
        </p:nvCxnSpPr>
        <p:spPr>
          <a:xfrm rot="254895">
            <a:off x="2781579" y="1021138"/>
            <a:ext cx="434003" cy="871580"/>
          </a:xfrm>
          <a:prstGeom prst="line">
            <a:avLst/>
          </a:prstGeom>
          <a:ln w="76200" cap="rnd">
            <a:solidFill>
              <a:schemeClr val="bg1"/>
            </a:solidFill>
            <a:round/>
            <a:tailEnd type="ova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rot="254895">
            <a:off x="3531651" y="3347833"/>
            <a:ext cx="428346" cy="836383"/>
          </a:xfrm>
          <a:prstGeom prst="line">
            <a:avLst/>
          </a:prstGeom>
          <a:ln w="76200" cap="rnd">
            <a:solidFill>
              <a:schemeClr val="bg1"/>
            </a:solidFill>
            <a:round/>
            <a:headEnd type="oval"/>
            <a:tailEnd type="none"/>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3145302" y="1610122"/>
            <a:ext cx="8474028" cy="1862048"/>
          </a:xfrm>
          <a:prstGeom prst="rect">
            <a:avLst/>
          </a:prstGeom>
          <a:noFill/>
        </p:spPr>
        <p:txBody>
          <a:bodyPr wrap="square" rtlCol="0">
            <a:spAutoFit/>
          </a:bodyPr>
          <a:lstStyle/>
          <a:p>
            <a:r>
              <a:rPr lang="en-US" sz="11500" spc="600" dirty="0">
                <a:solidFill>
                  <a:schemeClr val="bg1"/>
                </a:solidFill>
                <a:effectLst>
                  <a:outerShdw blurRad="50800" dist="38100" dir="5400000" algn="t" rotWithShape="0">
                    <a:prstClr val="black">
                      <a:alpha val="40000"/>
                    </a:prstClr>
                  </a:outerShdw>
                </a:effectLst>
                <a:latin typeface="Aptos" panose="020B0004020202020204" pitchFamily="34" charset="0"/>
              </a:rPr>
              <a:t>WELCOME</a:t>
            </a:r>
          </a:p>
        </p:txBody>
      </p:sp>
      <p:sp>
        <p:nvSpPr>
          <p:cNvPr id="25" name="Arrow: Right 24">
            <a:hlinkClick r:id="" action="ppaction://hlinkshowjump?jump=nextslide"/>
          </p:cNvPr>
          <p:cNvSpPr/>
          <p:nvPr/>
        </p:nvSpPr>
        <p:spPr>
          <a:xfrm>
            <a:off x="10743027" y="2321170"/>
            <a:ext cx="1172308" cy="438026"/>
          </a:xfrm>
          <a:prstGeom prst="rightArrow">
            <a:avLst/>
          </a:prstGeom>
          <a:solidFill>
            <a:schemeClr val="bg1"/>
          </a:solidFill>
          <a:ln>
            <a:noFill/>
          </a:ln>
          <a:scene3d>
            <a:camera prst="orthographicFront"/>
            <a:lightRig rig="threePt" dir="t"/>
          </a:scene3d>
          <a:sp3d>
            <a:bevelT w="101600" prst="riblet"/>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TextBox 25"/>
          <p:cNvSpPr txBox="1"/>
          <p:nvPr/>
        </p:nvSpPr>
        <p:spPr>
          <a:xfrm>
            <a:off x="1131280" y="5767141"/>
            <a:ext cx="9636369" cy="920252"/>
          </a:xfrm>
          <a:prstGeom prst="rect">
            <a:avLst/>
          </a:prstGeom>
          <a:noFill/>
        </p:spPr>
        <p:txBody>
          <a:bodyPr wrap="square" rtlCol="0">
            <a:spAutoFit/>
          </a:bodyPr>
          <a:lstStyle/>
          <a:p>
            <a:pPr indent="0" algn="ctr">
              <a:lnSpc>
                <a:spcPct val="150000"/>
              </a:lnSpc>
              <a:buFont typeface="Arial" panose="020B0604020202020204" pitchFamily="34" charset="0"/>
              <a:buNone/>
            </a:pPr>
            <a:r>
              <a:rPr lang="en-US" sz="4000" dirty="0">
                <a:solidFill>
                  <a:schemeClr val="bg1"/>
                </a:solidFill>
                <a:latin typeface="Calibri" panose="020F0502020204030204" pitchFamily="34" charset="0"/>
                <a:cs typeface="Calibri" panose="020F0502020204030204" pitchFamily="34" charset="0"/>
              </a:rPr>
              <a:t>Mobile And Application Development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750"/>
                                        <p:tgtEl>
                                          <p:spTgt spid="1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2" fill="hold" nodeType="click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wipe(right)">
                                      <p:cBhvr>
                                        <p:cTn id="12" dur="750"/>
                                        <p:tgtEl>
                                          <p:spTgt spid="12"/>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up)">
                                      <p:cBhvr>
                                        <p:cTn id="17" dur="75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14"/>
                                        </p:tgtEl>
                                        <p:attrNameLst>
                                          <p:attrName>style.visibility</p:attrName>
                                        </p:attrNameLst>
                                      </p:cBhvr>
                                      <p:to>
                                        <p:strVal val="visible"/>
                                      </p:to>
                                    </p:set>
                                    <p:animEffect transition="in" filter="wipe(left)">
                                      <p:cBhvr>
                                        <p:cTn id="22" dur="750"/>
                                        <p:tgtEl>
                                          <p:spTgt spid="14"/>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wipe(down)">
                                      <p:cBhvr>
                                        <p:cTn id="27" dur="750"/>
                                        <p:tgtEl>
                                          <p:spTgt spid="17"/>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21"/>
                                        </p:tgtEl>
                                        <p:attrNameLst>
                                          <p:attrName>style.visibility</p:attrName>
                                        </p:attrNameLst>
                                      </p:cBhvr>
                                      <p:to>
                                        <p:strVal val="visible"/>
                                      </p:to>
                                    </p:set>
                                    <p:animEffect transition="in" filter="wipe(left)">
                                      <p:cBhvr>
                                        <p:cTn id="32" dur="1000"/>
                                        <p:tgtEl>
                                          <p:spTgt spid="21"/>
                                        </p:tgtEl>
                                      </p:cBhvr>
                                    </p:animEffect>
                                  </p:childTnLst>
                                </p:cTn>
                              </p:par>
                            </p:childTnLst>
                          </p:cTn>
                        </p:par>
                        <p:par>
                          <p:cTn id="33" fill="hold">
                            <p:stCondLst>
                              <p:cond delay="1000"/>
                            </p:stCondLst>
                            <p:childTnLst>
                              <p:par>
                                <p:cTn id="34" presetID="26" presetClass="emph" presetSubtype="0" repeatCount="indefinite" fill="hold" grpId="1" nodeType="afterEffect">
                                  <p:stCondLst>
                                    <p:cond delay="0"/>
                                  </p:stCondLst>
                                  <p:endCondLst>
                                    <p:cond evt="onNext" delay="0">
                                      <p:tgtEl>
                                        <p:sldTgt/>
                                      </p:tgtEl>
                                    </p:cond>
                                  </p:endCondLst>
                                  <p:childTnLst>
                                    <p:animEffect transition="out" filter="fade">
                                      <p:cBhvr>
                                        <p:cTn id="35" dur="1000" tmFilter="0, 0; .2, .5; .8, .5; 1, 0"/>
                                        <p:tgtEl>
                                          <p:spTgt spid="21"/>
                                        </p:tgtEl>
                                      </p:cBhvr>
                                    </p:animEffect>
                                    <p:animScale>
                                      <p:cBhvr>
                                        <p:cTn id="36" dur="500" autoRev="1" fill="hold"/>
                                        <p:tgtEl>
                                          <p:spTgt spid="21"/>
                                        </p:tgtEl>
                                      </p:cBhvr>
                                      <p:by x="105000" y="105000"/>
                                    </p:animScale>
                                  </p:childTnLst>
                                </p:cTn>
                              </p:par>
                            </p:childTnLst>
                          </p:cTn>
                        </p:par>
                        <p:par>
                          <p:cTn id="37" fill="hold">
                            <p:stCondLst>
                              <p:cond delay="2000"/>
                            </p:stCondLst>
                            <p:childTnLst>
                              <p:par>
                                <p:cTn id="38" presetID="2" presetClass="entr" presetSubtype="4" fill="hold" grpId="0" nodeType="afterEffect">
                                  <p:stCondLst>
                                    <p:cond delay="0"/>
                                  </p:stCondLst>
                                  <p:childTnLst>
                                    <p:set>
                                      <p:cBhvr>
                                        <p:cTn id="39" dur="1" fill="hold">
                                          <p:stCondLst>
                                            <p:cond delay="0"/>
                                          </p:stCondLst>
                                        </p:cTn>
                                        <p:tgtEl>
                                          <p:spTgt spid="26"/>
                                        </p:tgtEl>
                                        <p:attrNameLst>
                                          <p:attrName>style.visibility</p:attrName>
                                        </p:attrNameLst>
                                      </p:cBhvr>
                                      <p:to>
                                        <p:strVal val="visible"/>
                                      </p:to>
                                    </p:set>
                                    <p:anim calcmode="lin" valueType="num">
                                      <p:cBhvr additive="base">
                                        <p:cTn id="40" dur="500" fill="hold"/>
                                        <p:tgtEl>
                                          <p:spTgt spid="26"/>
                                        </p:tgtEl>
                                        <p:attrNameLst>
                                          <p:attrName>ppt_x</p:attrName>
                                        </p:attrNameLst>
                                      </p:cBhvr>
                                      <p:tavLst>
                                        <p:tav tm="0">
                                          <p:val>
                                            <p:strVal val="#ppt_x"/>
                                          </p:val>
                                        </p:tav>
                                        <p:tav tm="100000">
                                          <p:val>
                                            <p:strVal val="#ppt_x"/>
                                          </p:val>
                                        </p:tav>
                                      </p:tavLst>
                                    </p:anim>
                                    <p:anim calcmode="lin" valueType="num">
                                      <p:cBhvr additive="base">
                                        <p:cTn id="41" dur="500" fill="hold"/>
                                        <p:tgtEl>
                                          <p:spTgt spid="26"/>
                                        </p:tgtEl>
                                        <p:attrNameLst>
                                          <p:attrName>ppt_y</p:attrName>
                                        </p:attrNameLst>
                                      </p:cBhvr>
                                      <p:tavLst>
                                        <p:tav tm="0">
                                          <p:val>
                                            <p:strVal val="1+#ppt_h/2"/>
                                          </p:val>
                                        </p:tav>
                                        <p:tav tm="100000">
                                          <p:val>
                                            <p:strVal val="#ppt_y"/>
                                          </p:val>
                                        </p:tav>
                                      </p:tavLst>
                                    </p:anim>
                                  </p:childTnLst>
                                </p:cTn>
                              </p:par>
                            </p:childTnLst>
                          </p:cTn>
                        </p:par>
                        <p:par>
                          <p:cTn id="42" fill="hold">
                            <p:stCondLst>
                              <p:cond delay="2500"/>
                            </p:stCondLst>
                            <p:childTnLst>
                              <p:par>
                                <p:cTn id="43" presetID="22" presetClass="entr" presetSubtype="8" fill="hold" grpId="0" nodeType="after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wipe(left)">
                                      <p:cBhvr>
                                        <p:cTn id="45"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1" grpId="1"/>
      <p:bldP spid="25" grpId="0" animBg="1"/>
      <p:bldP spid="26"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6753" y="1757038"/>
            <a:ext cx="11887200" cy="922020"/>
          </a:xfrm>
          <a:prstGeom prst="rect">
            <a:avLst/>
          </a:prstGeom>
          <a:solidFill>
            <a:schemeClr val="bg1">
              <a:lumMod val="95000"/>
              <a:lumOff val="5000"/>
            </a:schemeClr>
          </a:solidFill>
        </p:spPr>
        <p:txBody>
          <a:bodyPr wrap="square" rtlCol="0">
            <a:spAutoFit/>
          </a:bodyPr>
          <a:lstStyle/>
          <a:p>
            <a:pPr algn="ctr"/>
            <a:r>
              <a:rPr lang="en-US" sz="5400" dirty="0" smtClean="0">
                <a:latin typeface="Calibri" panose="020F0502020204030204" pitchFamily="34" charset="0"/>
                <a:cs typeface="Calibri" panose="020F0502020204030204" pitchFamily="34" charset="0"/>
              </a:rPr>
              <a:t>Notifications in Android</a:t>
            </a:r>
            <a:endParaRPr lang="en-US" sz="5400" dirty="0">
              <a:latin typeface="Calibri" panose="020F0502020204030204" pitchFamily="34" charset="0"/>
              <a:cs typeface="Calibri" panose="020F0502020204030204" pitchFamily="34" charset="0"/>
            </a:endParaRPr>
          </a:p>
        </p:txBody>
      </p:sp>
      <p:sp>
        <p:nvSpPr>
          <p:cNvPr id="3" name="TextBox 2"/>
          <p:cNvSpPr txBox="1"/>
          <p:nvPr/>
        </p:nvSpPr>
        <p:spPr>
          <a:xfrm>
            <a:off x="196753" y="2707969"/>
            <a:ext cx="11887200" cy="2308324"/>
          </a:xfrm>
          <a:prstGeom prst="rect">
            <a:avLst/>
          </a:prstGeom>
          <a:solidFill>
            <a:schemeClr val="accent2"/>
          </a:solidFill>
        </p:spPr>
        <p:txBody>
          <a:bodyPr wrap="square" rtlCol="0">
            <a:spAutoFit/>
          </a:bodyPr>
          <a:lstStyle/>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Mobile And Application Development</a:t>
            </a:r>
          </a:p>
          <a:p>
            <a:pPr indent="0" algn="ctr">
              <a:lnSpc>
                <a:spcPct val="150000"/>
              </a:lnSpc>
              <a:buFont typeface="Arial" panose="020B0604020202020204" pitchFamily="34" charset="0"/>
              <a:buNone/>
            </a:pPr>
            <a:r>
              <a:rPr lang="en-US" sz="3200" dirty="0" smtClean="0">
                <a:latin typeface="Calibri" panose="020F0502020204030204" pitchFamily="34" charset="0"/>
                <a:cs typeface="Calibri" panose="020F0502020204030204" pitchFamily="34" charset="0"/>
              </a:rPr>
              <a:t>Practical</a:t>
            </a:r>
            <a:r>
              <a:rPr lang="en-US" sz="3200" dirty="0">
                <a:latin typeface="Calibri" panose="020F0502020204030204" pitchFamily="34" charset="0"/>
                <a:cs typeface="Calibri" panose="020F0502020204030204" pitchFamily="34" charset="0"/>
              </a:rPr>
              <a:t> </a:t>
            </a:r>
            <a:endParaRPr lang="en-US" sz="3200" dirty="0" smtClean="0">
              <a:latin typeface="Calibri" panose="020F0502020204030204" pitchFamily="34" charset="0"/>
              <a:cs typeface="Calibri" panose="020F0502020204030204" pitchFamily="34" charset="0"/>
            </a:endParaRPr>
          </a:p>
          <a:p>
            <a:pPr indent="0" algn="ctr">
              <a:lnSpc>
                <a:spcPct val="150000"/>
              </a:lnSpc>
              <a:buFont typeface="Arial" panose="020B0604020202020204" pitchFamily="34" charset="0"/>
              <a:buNone/>
            </a:pPr>
            <a:endParaRPr lang="en-US" sz="3200" dirty="0">
              <a:latin typeface="Calibri" panose="020F0502020204030204" pitchFamily="34" charset="0"/>
              <a:cs typeface="Calibri" panose="020F0502020204030204" pitchFamily="34" charset="0"/>
            </a:endParaRPr>
          </a:p>
        </p:txBody>
      </p:sp>
      <p:sp>
        <p:nvSpPr>
          <p:cNvPr id="5" name="Rectangle 4"/>
          <p:cNvSpPr/>
          <p:nvPr/>
        </p:nvSpPr>
        <p:spPr>
          <a:xfrm>
            <a:off x="10666484" y="55490"/>
            <a:ext cx="1493669" cy="971667"/>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Flowchart: Alternate Process 5"/>
          <p:cNvSpPr/>
          <p:nvPr/>
        </p:nvSpPr>
        <p:spPr>
          <a:xfrm>
            <a:off x="1674254" y="5151549"/>
            <a:ext cx="8474298" cy="1197736"/>
          </a:xfrm>
          <a:prstGeom prst="flowChartAlternateProcess">
            <a:avLst/>
          </a:prstGeom>
        </p:spPr>
        <p:style>
          <a:lnRef idx="2">
            <a:schemeClr val="dk1"/>
          </a:lnRef>
          <a:fillRef idx="1">
            <a:schemeClr val="lt1"/>
          </a:fillRef>
          <a:effectRef idx="0">
            <a:schemeClr val="dk1"/>
          </a:effectRef>
          <a:fontRef idx="minor">
            <a:schemeClr val="dk1"/>
          </a:fontRef>
        </p:style>
        <p:txBody>
          <a:bodyPr rtlCol="0" anchor="ctr">
            <a:scene3d>
              <a:camera prst="orthographicFront"/>
              <a:lightRig rig="brightRoom" dir="t"/>
            </a:scene3d>
            <a:sp3d contourW="6350" prstMaterial="plastic">
              <a:bevelT w="20320" h="20320" prst="angle"/>
              <a:contourClr>
                <a:schemeClr val="accent1">
                  <a:tint val="100000"/>
                  <a:shade val="100000"/>
                  <a:hueMod val="100000"/>
                  <a:satMod val="100000"/>
                </a:schemeClr>
              </a:contourClr>
            </a:sp3d>
          </a:bodyPr>
          <a:lstStyle/>
          <a:p>
            <a:pPr algn="ctr"/>
            <a:r>
              <a:rPr lang="en-US" sz="3200" b="1" i="1" cap="all" dirty="0" smtClean="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rPr>
              <a:t>Instructor: Muhammad Naeem Khan</a:t>
            </a:r>
            <a:endParaRPr lang="en-US" sz="3200" b="1" i="1" cap="all" dirty="0">
              <a:ln/>
              <a:solidFill>
                <a:srgbClr val="FF0000"/>
              </a:solidFill>
              <a:effectLst>
                <a:outerShdw blurRad="19685" dist="12700" dir="5400000" algn="tl" rotWithShape="0">
                  <a:schemeClr val="accent1">
                    <a:satMod val="130000"/>
                    <a:alpha val="60000"/>
                  </a:schemeClr>
                </a:outerShdw>
                <a:reflection blurRad="10000" stA="55000" endPos="48000" dist="500" dir="5400000" sy="-100000" algn="bl" rotWithShape="0"/>
              </a:effectLst>
            </a:endParaRPr>
          </a:p>
        </p:txBody>
      </p:sp>
    </p:spTree>
  </p:cSld>
  <p:clrMapOvr>
    <a:masterClrMapping/>
  </p:clrMapOvr>
  <mc:AlternateContent xmlns:mc="http://schemas.openxmlformats.org/markup-compatibility/2006" xmlns:p14="http://schemas.microsoft.com/office/powerpoint/2010/main">
    <mc:Choice Requires="p14">
      <p:transition spd="slow" p14:dur="1400">
        <p14:doors dir="ver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80">
                                          <p:stCondLst>
                                            <p:cond delay="0"/>
                                          </p:stCondLst>
                                        </p:cTn>
                                        <p:tgtEl>
                                          <p:spTgt spid="3"/>
                                        </p:tgtEl>
                                      </p:cBhvr>
                                    </p:animEffect>
                                    <p:anim calcmode="lin" valueType="num">
                                      <p:cBhvr>
                                        <p:cTn id="8" dur="1822" tmFilter="0,0; 0.14,0.36; 0.43,0.73; 0.71,0.91; 1.0,1.0">
                                          <p:stCondLst>
                                            <p:cond delay="0"/>
                                          </p:stCondLst>
                                        </p:cTn>
                                        <p:tgtEl>
                                          <p:spTgt spid="3"/>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3"/>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3"/>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3"/>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3"/>
                                        </p:tgtEl>
                                        <p:attrNameLst>
                                          <p:attrName>ppt_y</p:attrName>
                                        </p:attrNameLst>
                                      </p:cBhvr>
                                      <p:tavLst>
                                        <p:tav tm="0" fmla="#ppt_y-sin(pi*$)/81">
                                          <p:val>
                                            <p:fltVal val="0"/>
                                          </p:val>
                                        </p:tav>
                                        <p:tav tm="100000">
                                          <p:val>
                                            <p:fltVal val="1"/>
                                          </p:val>
                                        </p:tav>
                                      </p:tavLst>
                                    </p:anim>
                                    <p:animScale>
                                      <p:cBhvr>
                                        <p:cTn id="13" dur="26">
                                          <p:stCondLst>
                                            <p:cond delay="650"/>
                                          </p:stCondLst>
                                        </p:cTn>
                                        <p:tgtEl>
                                          <p:spTgt spid="3"/>
                                        </p:tgtEl>
                                      </p:cBhvr>
                                      <p:to x="100000" y="60000"/>
                                    </p:animScale>
                                    <p:animScale>
                                      <p:cBhvr>
                                        <p:cTn id="14" dur="166" decel="50000">
                                          <p:stCondLst>
                                            <p:cond delay="676"/>
                                          </p:stCondLst>
                                        </p:cTn>
                                        <p:tgtEl>
                                          <p:spTgt spid="3"/>
                                        </p:tgtEl>
                                      </p:cBhvr>
                                      <p:to x="100000" y="100000"/>
                                    </p:animScale>
                                    <p:animScale>
                                      <p:cBhvr>
                                        <p:cTn id="15" dur="26">
                                          <p:stCondLst>
                                            <p:cond delay="1312"/>
                                          </p:stCondLst>
                                        </p:cTn>
                                        <p:tgtEl>
                                          <p:spTgt spid="3"/>
                                        </p:tgtEl>
                                      </p:cBhvr>
                                      <p:to x="100000" y="80000"/>
                                    </p:animScale>
                                    <p:animScale>
                                      <p:cBhvr>
                                        <p:cTn id="16" dur="166" decel="50000">
                                          <p:stCondLst>
                                            <p:cond delay="1338"/>
                                          </p:stCondLst>
                                        </p:cTn>
                                        <p:tgtEl>
                                          <p:spTgt spid="3"/>
                                        </p:tgtEl>
                                      </p:cBhvr>
                                      <p:to x="100000" y="100000"/>
                                    </p:animScale>
                                    <p:animScale>
                                      <p:cBhvr>
                                        <p:cTn id="17" dur="26">
                                          <p:stCondLst>
                                            <p:cond delay="1642"/>
                                          </p:stCondLst>
                                        </p:cTn>
                                        <p:tgtEl>
                                          <p:spTgt spid="3"/>
                                        </p:tgtEl>
                                      </p:cBhvr>
                                      <p:to x="100000" y="90000"/>
                                    </p:animScale>
                                    <p:animScale>
                                      <p:cBhvr>
                                        <p:cTn id="18" dur="166" decel="50000">
                                          <p:stCondLst>
                                            <p:cond delay="1668"/>
                                          </p:stCondLst>
                                        </p:cTn>
                                        <p:tgtEl>
                                          <p:spTgt spid="3"/>
                                        </p:tgtEl>
                                      </p:cBhvr>
                                      <p:to x="100000" y="100000"/>
                                    </p:animScale>
                                    <p:animScale>
                                      <p:cBhvr>
                                        <p:cTn id="19" dur="26">
                                          <p:stCondLst>
                                            <p:cond delay="1808"/>
                                          </p:stCondLst>
                                        </p:cTn>
                                        <p:tgtEl>
                                          <p:spTgt spid="3"/>
                                        </p:tgtEl>
                                      </p:cBhvr>
                                      <p:to x="100000" y="95000"/>
                                    </p:animScale>
                                    <p:animScale>
                                      <p:cBhvr>
                                        <p:cTn id="20" dur="166" decel="50000">
                                          <p:stCondLst>
                                            <p:cond delay="1834"/>
                                          </p:stCondLst>
                                        </p:cTn>
                                        <p:tgtEl>
                                          <p:spTgt spid="3"/>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2"/>
                                        </p:tgtEl>
                                        <p:attrNameLst>
                                          <p:attrName>style.visibility</p:attrName>
                                        </p:attrNameLst>
                                      </p:cBhvr>
                                      <p:to>
                                        <p:strVal val="visible"/>
                                      </p:to>
                                    </p:set>
                                    <p:animEffect transition="in" filter="wipe(down)">
                                      <p:cBhvr>
                                        <p:cTn id="25" dur="580">
                                          <p:stCondLst>
                                            <p:cond delay="0"/>
                                          </p:stCondLst>
                                        </p:cTn>
                                        <p:tgtEl>
                                          <p:spTgt spid="2"/>
                                        </p:tgtEl>
                                      </p:cBhvr>
                                    </p:animEffect>
                                    <p:anim calcmode="lin" valueType="num">
                                      <p:cBhvr>
                                        <p:cTn id="26"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31" dur="26">
                                          <p:stCondLst>
                                            <p:cond delay="650"/>
                                          </p:stCondLst>
                                        </p:cTn>
                                        <p:tgtEl>
                                          <p:spTgt spid="2"/>
                                        </p:tgtEl>
                                      </p:cBhvr>
                                      <p:to x="100000" y="60000"/>
                                    </p:animScale>
                                    <p:animScale>
                                      <p:cBhvr>
                                        <p:cTn id="32" dur="166" decel="50000">
                                          <p:stCondLst>
                                            <p:cond delay="676"/>
                                          </p:stCondLst>
                                        </p:cTn>
                                        <p:tgtEl>
                                          <p:spTgt spid="2"/>
                                        </p:tgtEl>
                                      </p:cBhvr>
                                      <p:to x="100000" y="100000"/>
                                    </p:animScale>
                                    <p:animScale>
                                      <p:cBhvr>
                                        <p:cTn id="33" dur="26">
                                          <p:stCondLst>
                                            <p:cond delay="1312"/>
                                          </p:stCondLst>
                                        </p:cTn>
                                        <p:tgtEl>
                                          <p:spTgt spid="2"/>
                                        </p:tgtEl>
                                      </p:cBhvr>
                                      <p:to x="100000" y="80000"/>
                                    </p:animScale>
                                    <p:animScale>
                                      <p:cBhvr>
                                        <p:cTn id="34" dur="166" decel="50000">
                                          <p:stCondLst>
                                            <p:cond delay="1338"/>
                                          </p:stCondLst>
                                        </p:cTn>
                                        <p:tgtEl>
                                          <p:spTgt spid="2"/>
                                        </p:tgtEl>
                                      </p:cBhvr>
                                      <p:to x="100000" y="100000"/>
                                    </p:animScale>
                                    <p:animScale>
                                      <p:cBhvr>
                                        <p:cTn id="35" dur="26">
                                          <p:stCondLst>
                                            <p:cond delay="1642"/>
                                          </p:stCondLst>
                                        </p:cTn>
                                        <p:tgtEl>
                                          <p:spTgt spid="2"/>
                                        </p:tgtEl>
                                      </p:cBhvr>
                                      <p:to x="100000" y="90000"/>
                                    </p:animScale>
                                    <p:animScale>
                                      <p:cBhvr>
                                        <p:cTn id="36" dur="166" decel="50000">
                                          <p:stCondLst>
                                            <p:cond delay="1668"/>
                                          </p:stCondLst>
                                        </p:cTn>
                                        <p:tgtEl>
                                          <p:spTgt spid="2"/>
                                        </p:tgtEl>
                                      </p:cBhvr>
                                      <p:to x="100000" y="100000"/>
                                    </p:animScale>
                                    <p:animScale>
                                      <p:cBhvr>
                                        <p:cTn id="37" dur="26">
                                          <p:stCondLst>
                                            <p:cond delay="1808"/>
                                          </p:stCondLst>
                                        </p:cTn>
                                        <p:tgtEl>
                                          <p:spTgt spid="2"/>
                                        </p:tgtEl>
                                      </p:cBhvr>
                                      <p:to x="100000" y="95000"/>
                                    </p:animScale>
                                    <p:animScale>
                                      <p:cBhvr>
                                        <p:cTn id="38" dur="166" decel="50000">
                                          <p:stCondLst>
                                            <p:cond delay="1834"/>
                                          </p:stCondLst>
                                        </p:cTn>
                                        <p:tgtEl>
                                          <p:spTgt spid="2"/>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6"/>
                                        </p:tgtEl>
                                        <p:attrNameLst>
                                          <p:attrName>style.visibility</p:attrName>
                                        </p:attrNameLst>
                                      </p:cBhvr>
                                      <p:to>
                                        <p:strVal val="visible"/>
                                      </p:to>
                                    </p:set>
                                    <p:animEffect transition="in" filter="circle(in)">
                                      <p:cBhvr>
                                        <p:cTn id="43" dur="2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err="1" smtClean="0">
                <a:latin typeface="Calibri" panose="020F0502020204030204" pitchFamily="34" charset="0"/>
                <a:cs typeface="Calibri" panose="020F0502020204030204" pitchFamily="34" charset="0"/>
              </a:rPr>
              <a:t>FrameLayout</a:t>
            </a:r>
            <a:r>
              <a:rPr lang="en-US" sz="3600" dirty="0" smtClean="0">
                <a:latin typeface="Calibri" panose="020F0502020204030204" pitchFamily="34" charset="0"/>
                <a:cs typeface="Calibri" panose="020F0502020204030204" pitchFamily="34" charset="0"/>
              </a:rPr>
              <a:t> in </a:t>
            </a:r>
            <a:r>
              <a:rPr lang="en-US" sz="3600" dirty="0" err="1" smtClean="0">
                <a:latin typeface="Calibri" panose="020F0502020204030204" pitchFamily="34" charset="0"/>
                <a:cs typeface="Calibri" panose="020F0502020204030204" pitchFamily="34" charset="0"/>
              </a:rPr>
              <a:t>Andriod</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5262979"/>
          </a:xfrm>
          <a:prstGeom prst="rect">
            <a:avLst/>
          </a:prstGeom>
          <a:noFill/>
        </p:spPr>
        <p:txBody>
          <a:bodyPr wrap="square" rtlCol="0">
            <a:spAutoFit/>
          </a:bodyPr>
          <a:lstStyle/>
          <a:p>
            <a:pPr marL="457200" indent="-457200">
              <a:lnSpc>
                <a:spcPct val="150000"/>
              </a:lnSpc>
              <a:buFont typeface="+mj-lt"/>
              <a:buAutoNum type="arabicPeriod"/>
            </a:pPr>
            <a:r>
              <a:rPr lang="en-US" sz="2800" dirty="0"/>
              <a:t>Android </a:t>
            </a:r>
            <a:r>
              <a:rPr lang="en-US" sz="2800" b="1" dirty="0" err="1"/>
              <a:t>Framelayout</a:t>
            </a:r>
            <a:r>
              <a:rPr lang="en-US" sz="2800" dirty="0"/>
              <a:t> is a </a:t>
            </a:r>
            <a:r>
              <a:rPr lang="en-US" sz="2800" dirty="0" err="1"/>
              <a:t>ViewGroup</a:t>
            </a:r>
            <a:r>
              <a:rPr lang="en-US" sz="2800" dirty="0"/>
              <a:t> subclass that is used to specify the position of multiple views placed on top of each other to represent a single view screen. Generally, we can say </a:t>
            </a:r>
            <a:r>
              <a:rPr lang="en-US" sz="2800" dirty="0" err="1"/>
              <a:t>FrameLayout</a:t>
            </a:r>
            <a:r>
              <a:rPr lang="en-US" sz="2800" dirty="0"/>
              <a:t> simply blocks a particular area on the screen to display a single view. Here, all the child views or elements are added in stack format means the most recently added child will be shown on the top of the screen. But, we can add multiple children’s views and control their positions only by using gravity attributes in </a:t>
            </a:r>
            <a:r>
              <a:rPr lang="en-US" sz="2800" dirty="0" err="1"/>
              <a:t>FrameLayout</a:t>
            </a:r>
            <a:r>
              <a:rPr lang="en-US" sz="2800" dirty="0"/>
              <a: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0634905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err="1" smtClean="0">
                <a:latin typeface="Calibri" panose="020F0502020204030204" pitchFamily="34" charset="0"/>
                <a:cs typeface="Calibri" panose="020F0502020204030204" pitchFamily="34" charset="0"/>
              </a:rPr>
              <a:t>FrameLayout</a:t>
            </a:r>
            <a:r>
              <a:rPr lang="en-US" sz="3600" dirty="0" smtClean="0">
                <a:latin typeface="Calibri" panose="020F0502020204030204" pitchFamily="34" charset="0"/>
                <a:cs typeface="Calibri" panose="020F0502020204030204" pitchFamily="34" charset="0"/>
              </a:rPr>
              <a:t> in </a:t>
            </a:r>
            <a:r>
              <a:rPr lang="en-US" sz="3600" dirty="0" err="1" smtClean="0">
                <a:latin typeface="Calibri" panose="020F0502020204030204" pitchFamily="34" charset="0"/>
                <a:cs typeface="Calibri" panose="020F0502020204030204" pitchFamily="34" charset="0"/>
              </a:rPr>
              <a:t>Andriod</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1814869" cy="3539430"/>
          </a:xfrm>
          <a:prstGeom prst="rect">
            <a:avLst/>
          </a:prstGeom>
          <a:noFill/>
        </p:spPr>
        <p:txBody>
          <a:bodyPr wrap="square" rtlCol="0">
            <a:spAutoFit/>
          </a:bodyPr>
          <a:lstStyle/>
          <a:p>
            <a:pPr fontAlgn="base"/>
            <a:r>
              <a:rPr lang="en-US" sz="2800" b="1" dirty="0"/>
              <a:t>The </a:t>
            </a:r>
            <a:r>
              <a:rPr lang="en-US" sz="2800" b="1" dirty="0" err="1"/>
              <a:t>FrameLayout</a:t>
            </a:r>
            <a:r>
              <a:rPr lang="en-US" sz="2800" b="1" dirty="0"/>
              <a:t> can be defined using the code below:</a:t>
            </a:r>
          </a:p>
          <a:p>
            <a:r>
              <a:rPr lang="en-US" sz="2800" dirty="0"/>
              <a:t>&lt;</a:t>
            </a:r>
            <a:r>
              <a:rPr lang="en-US" sz="2800" dirty="0" err="1"/>
              <a:t>FrameLayout</a:t>
            </a:r>
            <a:r>
              <a:rPr lang="en-US" sz="2800" dirty="0"/>
              <a:t> </a:t>
            </a:r>
            <a:r>
              <a:rPr lang="en-US" sz="2800" dirty="0" err="1"/>
              <a:t>xmlns:android</a:t>
            </a:r>
            <a:r>
              <a:rPr lang="en-US" sz="2800" dirty="0"/>
              <a:t>="http://schemas.android.com/</a:t>
            </a:r>
            <a:r>
              <a:rPr lang="en-US" sz="2800" dirty="0" err="1"/>
              <a:t>apk</a:t>
            </a:r>
            <a:r>
              <a:rPr lang="en-US" sz="2800" dirty="0"/>
              <a:t>/res/android"</a:t>
            </a:r>
            <a:br>
              <a:rPr lang="en-US" sz="2800" dirty="0"/>
            </a:br>
            <a:r>
              <a:rPr lang="en-US" sz="2800" dirty="0" err="1"/>
              <a:t>android:layout_width</a:t>
            </a:r>
            <a:r>
              <a:rPr lang="en-US" sz="2800" dirty="0"/>
              <a:t>="</a:t>
            </a:r>
            <a:r>
              <a:rPr lang="en-US" sz="2800" dirty="0" err="1"/>
              <a:t>match_parent</a:t>
            </a:r>
            <a:r>
              <a:rPr lang="en-US" sz="2800" dirty="0"/>
              <a:t>"</a:t>
            </a:r>
            <a:br>
              <a:rPr lang="en-US" sz="2800" dirty="0"/>
            </a:br>
            <a:r>
              <a:rPr lang="en-US" sz="2800" dirty="0" err="1"/>
              <a:t>android:layout_height</a:t>
            </a:r>
            <a:r>
              <a:rPr lang="en-US" sz="2800" dirty="0"/>
              <a:t>="</a:t>
            </a:r>
            <a:r>
              <a:rPr lang="en-US" sz="2800" dirty="0" err="1"/>
              <a:t>match_parent</a:t>
            </a:r>
            <a:r>
              <a:rPr lang="en-US" sz="2800" dirty="0"/>
              <a:t>"</a:t>
            </a:r>
            <a:br>
              <a:rPr lang="en-US" sz="2800" dirty="0"/>
            </a:br>
            <a:r>
              <a:rPr lang="en-US" sz="2800" dirty="0" err="1"/>
              <a:t>android:orientation</a:t>
            </a:r>
            <a:r>
              <a:rPr lang="en-US" sz="2800" dirty="0"/>
              <a:t>="vertical"&gt;</a:t>
            </a:r>
            <a:br>
              <a:rPr lang="en-US" sz="2800" dirty="0"/>
            </a:br>
            <a:r>
              <a:rPr lang="en-US" sz="2800" dirty="0"/>
              <a:t>// Add items or widgets here</a:t>
            </a:r>
            <a:br>
              <a:rPr lang="en-US" sz="2800" dirty="0"/>
            </a:br>
            <a:r>
              <a:rPr lang="en-US" sz="2800" dirty="0"/>
              <a:t>&lt;/</a:t>
            </a:r>
            <a:r>
              <a:rPr lang="en-US" sz="2800" dirty="0" err="1"/>
              <a:t>FrameLayout</a:t>
            </a:r>
            <a:r>
              <a:rPr lang="en-US" sz="2800" dirty="0"/>
              <a:t>&gt;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997218631"/>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Notification?</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2029765" cy="5632311"/>
          </a:xfrm>
          <a:prstGeom prst="rect">
            <a:avLst/>
          </a:prstGeom>
          <a:noFill/>
        </p:spPr>
        <p:txBody>
          <a:bodyPr wrap="square" rtlCol="0">
            <a:spAutoFit/>
          </a:bodyPr>
          <a:lstStyle/>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It is a message you can display to the user outside of your application’s normal UI.</a:t>
            </a:r>
          </a:p>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When you tell the system to issue a notification, it first appears as an icon in the notification area.</a:t>
            </a:r>
          </a:p>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To see the details of the notification, the notification drawer.</a:t>
            </a:r>
          </a:p>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It provides short, timely information about the action happened in the application, even it is not running.</a:t>
            </a:r>
          </a:p>
          <a:p>
            <a:pPr marL="457200" indent="-457200">
              <a:lnSpc>
                <a:spcPct val="150000"/>
              </a:lnSpc>
              <a:buFont typeface="+mj-lt"/>
              <a:buAutoNum type="arabicPeriod"/>
            </a:pPr>
            <a:endParaRPr lang="en-US" sz="2800" dirty="0" smtClean="0">
              <a:latin typeface="Arial" panose="020B0604020202020204" pitchFamily="34" charset="0"/>
              <a:cs typeface="Arial" panose="020B0604020202020204" pitchFamily="34" charset="0"/>
            </a:endParaRPr>
          </a:p>
          <a:p>
            <a:pPr marL="457200" indent="-457200">
              <a:buFont typeface="+mj-lt"/>
              <a:buAutoNum type="arabicPeriod"/>
            </a:pP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78553323"/>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What is Notification?</a:t>
            </a:r>
            <a:endParaRPr lang="en-US" sz="3600" dirty="0">
              <a:latin typeface="Calibri" panose="020F0502020204030204" pitchFamily="34" charset="0"/>
              <a:cs typeface="Calibri" panose="020F0502020204030204" pitchFamily="34" charset="0"/>
            </a:endParaRPr>
          </a:p>
        </p:txBody>
      </p:sp>
      <p:sp>
        <p:nvSpPr>
          <p:cNvPr id="3" name="TextBox 2"/>
          <p:cNvSpPr txBox="1"/>
          <p:nvPr/>
        </p:nvSpPr>
        <p:spPr>
          <a:xfrm>
            <a:off x="130388" y="1184856"/>
            <a:ext cx="12029765" cy="2031325"/>
          </a:xfrm>
          <a:prstGeom prst="rect">
            <a:avLst/>
          </a:prstGeom>
          <a:noFill/>
        </p:spPr>
        <p:txBody>
          <a:bodyPr wrap="square" rtlCol="0">
            <a:spAutoFit/>
          </a:bodyPr>
          <a:lstStyle/>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It provide the user with remainders, communication from other people, or other timely information from your app.</a:t>
            </a:r>
          </a:p>
          <a:p>
            <a:pPr marL="457200" indent="-457200">
              <a:lnSpc>
                <a:spcPct val="150000"/>
              </a:lnSpc>
              <a:buFont typeface="+mj-lt"/>
              <a:buAutoNum type="arabicPeriod"/>
            </a:pPr>
            <a:r>
              <a:rPr lang="en-US" sz="2800" dirty="0" smtClean="0">
                <a:latin typeface="Arial" panose="020B0604020202020204" pitchFamily="34" charset="0"/>
                <a:cs typeface="Arial" panose="020B0604020202020204" pitchFamily="34" charset="0"/>
              </a:rPr>
              <a:t>It display the icon, title and some amount of context text.</a:t>
            </a:r>
            <a:endParaRPr lang="en-US" sz="24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23228899"/>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Notification Example</a:t>
            </a:r>
            <a:endParaRPr lang="en-US" sz="3600" dirty="0">
              <a:latin typeface="Calibri" panose="020F0502020204030204" pitchFamily="34" charset="0"/>
              <a:cs typeface="Calibri" panose="020F0502020204030204" pitchFamily="34" charset="0"/>
            </a:endParaRPr>
          </a:p>
        </p:txBody>
      </p:sp>
      <p:sp>
        <p:nvSpPr>
          <p:cNvPr id="2" name="Rectangle 1"/>
          <p:cNvSpPr/>
          <p:nvPr/>
        </p:nvSpPr>
        <p:spPr>
          <a:xfrm>
            <a:off x="7820317" y="1022214"/>
            <a:ext cx="4182997" cy="5589431"/>
          </a:xfrm>
          <a:prstGeom prst="rect">
            <a:avLst/>
          </a:prstGeom>
          <a:blipFill dpi="0" rotWithShape="1">
            <a:blip r:embed="rId3">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3995088" y="1146219"/>
            <a:ext cx="3709115" cy="5589431"/>
          </a:xfrm>
          <a:prstGeom prst="rect">
            <a:avLst/>
          </a:prstGeom>
          <a:blipFill dpi="0" rotWithShape="1">
            <a:blip r:embed="rId4">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130388" y="1146218"/>
            <a:ext cx="3709115" cy="5589431"/>
          </a:xfrm>
          <a:prstGeom prst="rect">
            <a:avLst/>
          </a:prstGeom>
          <a:blipFill dpi="0" rotWithShape="1">
            <a:blip r:embed="rId5">
              <a:extLst>
                <a:ext uri="{28A0092B-C50C-407E-A947-70E740481C1C}">
                  <a14:useLocalDpi xmlns:a14="http://schemas.microsoft.com/office/drawing/2010/main" val="0"/>
                </a:ext>
              </a:extLst>
            </a:blip>
            <a:srcRect/>
            <a:stretch>
              <a:fillRect/>
            </a:stretch>
          </a:blip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8790497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ntr" presetSubtype="16"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heel(1)">
                                      <p:cBhvr>
                                        <p:cTn id="12" dur="20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6"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80">
                                          <p:stCondLst>
                                            <p:cond delay="0"/>
                                          </p:stCondLst>
                                        </p:cTn>
                                        <p:tgtEl>
                                          <p:spTgt spid="8"/>
                                        </p:tgtEl>
                                      </p:cBhvr>
                                    </p:animEffect>
                                    <p:anim calcmode="lin" valueType="num">
                                      <p:cBhvr>
                                        <p:cTn id="18" dur="1822" tmFilter="0,0; 0.14,0.36; 0.43,0.73; 0.71,0.91; 1.0,1.0">
                                          <p:stCondLst>
                                            <p:cond delay="0"/>
                                          </p:stCondLst>
                                        </p:cTn>
                                        <p:tgtEl>
                                          <p:spTgt spid="8"/>
                                        </p:tgtEl>
                                        <p:attrNameLst>
                                          <p:attrName>ppt_x</p:attrName>
                                        </p:attrNameLst>
                                      </p:cBhvr>
                                      <p:tavLst>
                                        <p:tav tm="0">
                                          <p:val>
                                            <p:strVal val="#ppt_x-0.25"/>
                                          </p:val>
                                        </p:tav>
                                        <p:tav tm="100000">
                                          <p:val>
                                            <p:strVal val="#ppt_x"/>
                                          </p:val>
                                        </p:tav>
                                      </p:tavLst>
                                    </p:anim>
                                    <p:anim calcmode="lin" valueType="num">
                                      <p:cBhvr>
                                        <p:cTn id="19" dur="664" tmFilter="0.0,0.0; 0.25,0.07; 0.50,0.2; 0.75,0.467; 1.0,1.0">
                                          <p:stCondLst>
                                            <p:cond delay="0"/>
                                          </p:stCondLst>
                                        </p:cTn>
                                        <p:tgtEl>
                                          <p:spTgt spid="8"/>
                                        </p:tgtEl>
                                        <p:attrNameLst>
                                          <p:attrName>ppt_y</p:attrName>
                                        </p:attrNameLst>
                                      </p:cBhvr>
                                      <p:tavLst>
                                        <p:tav tm="0" fmla="#ppt_y-sin(pi*$)/3">
                                          <p:val>
                                            <p:fltVal val="0.5"/>
                                          </p:val>
                                        </p:tav>
                                        <p:tav tm="100000">
                                          <p:val>
                                            <p:fltVal val="1"/>
                                          </p:val>
                                        </p:tav>
                                      </p:tavLst>
                                    </p:anim>
                                    <p:anim calcmode="lin" valueType="num">
                                      <p:cBhvr>
                                        <p:cTn id="20" dur="664" tmFilter="0, 0; 0.125,0.2665; 0.25,0.4; 0.375,0.465; 0.5,0.5;  0.625,0.535; 0.75,0.6; 0.875,0.7335; 1,1">
                                          <p:stCondLst>
                                            <p:cond delay="664"/>
                                          </p:stCondLst>
                                        </p:cTn>
                                        <p:tgtEl>
                                          <p:spTgt spid="8"/>
                                        </p:tgtEl>
                                        <p:attrNameLst>
                                          <p:attrName>ppt_y</p:attrName>
                                        </p:attrNameLst>
                                      </p:cBhvr>
                                      <p:tavLst>
                                        <p:tav tm="0" fmla="#ppt_y-sin(pi*$)/9">
                                          <p:val>
                                            <p:fltVal val="0"/>
                                          </p:val>
                                        </p:tav>
                                        <p:tav tm="100000">
                                          <p:val>
                                            <p:fltVal val="1"/>
                                          </p:val>
                                        </p:tav>
                                      </p:tavLst>
                                    </p:anim>
                                    <p:anim calcmode="lin" valueType="num">
                                      <p:cBhvr>
                                        <p:cTn id="21" dur="332" tmFilter="0, 0; 0.125,0.2665; 0.25,0.4; 0.375,0.465; 0.5,0.5;  0.625,0.535; 0.75,0.6; 0.875,0.7335; 1,1">
                                          <p:stCondLst>
                                            <p:cond delay="1324"/>
                                          </p:stCondLst>
                                        </p:cTn>
                                        <p:tgtEl>
                                          <p:spTgt spid="8"/>
                                        </p:tgtEl>
                                        <p:attrNameLst>
                                          <p:attrName>ppt_y</p:attrName>
                                        </p:attrNameLst>
                                      </p:cBhvr>
                                      <p:tavLst>
                                        <p:tav tm="0" fmla="#ppt_y-sin(pi*$)/27">
                                          <p:val>
                                            <p:fltVal val="0"/>
                                          </p:val>
                                        </p:tav>
                                        <p:tav tm="100000">
                                          <p:val>
                                            <p:fltVal val="1"/>
                                          </p:val>
                                        </p:tav>
                                      </p:tavLst>
                                    </p:anim>
                                    <p:anim calcmode="lin" valueType="num">
                                      <p:cBhvr>
                                        <p:cTn id="22" dur="164" tmFilter="0, 0; 0.125,0.2665; 0.25,0.4; 0.375,0.465; 0.5,0.5;  0.625,0.535; 0.75,0.6; 0.875,0.7335; 1,1">
                                          <p:stCondLst>
                                            <p:cond delay="1656"/>
                                          </p:stCondLst>
                                        </p:cTn>
                                        <p:tgtEl>
                                          <p:spTgt spid="8"/>
                                        </p:tgtEl>
                                        <p:attrNameLst>
                                          <p:attrName>ppt_y</p:attrName>
                                        </p:attrNameLst>
                                      </p:cBhvr>
                                      <p:tavLst>
                                        <p:tav tm="0" fmla="#ppt_y-sin(pi*$)/81">
                                          <p:val>
                                            <p:fltVal val="0"/>
                                          </p:val>
                                        </p:tav>
                                        <p:tav tm="100000">
                                          <p:val>
                                            <p:fltVal val="1"/>
                                          </p:val>
                                        </p:tav>
                                      </p:tavLst>
                                    </p:anim>
                                    <p:animScale>
                                      <p:cBhvr>
                                        <p:cTn id="23" dur="26">
                                          <p:stCondLst>
                                            <p:cond delay="650"/>
                                          </p:stCondLst>
                                        </p:cTn>
                                        <p:tgtEl>
                                          <p:spTgt spid="8"/>
                                        </p:tgtEl>
                                      </p:cBhvr>
                                      <p:to x="100000" y="60000"/>
                                    </p:animScale>
                                    <p:animScale>
                                      <p:cBhvr>
                                        <p:cTn id="24" dur="166" decel="50000">
                                          <p:stCondLst>
                                            <p:cond delay="676"/>
                                          </p:stCondLst>
                                        </p:cTn>
                                        <p:tgtEl>
                                          <p:spTgt spid="8"/>
                                        </p:tgtEl>
                                      </p:cBhvr>
                                      <p:to x="100000" y="100000"/>
                                    </p:animScale>
                                    <p:animScale>
                                      <p:cBhvr>
                                        <p:cTn id="25" dur="26">
                                          <p:stCondLst>
                                            <p:cond delay="1312"/>
                                          </p:stCondLst>
                                        </p:cTn>
                                        <p:tgtEl>
                                          <p:spTgt spid="8"/>
                                        </p:tgtEl>
                                      </p:cBhvr>
                                      <p:to x="100000" y="80000"/>
                                    </p:animScale>
                                    <p:animScale>
                                      <p:cBhvr>
                                        <p:cTn id="26" dur="166" decel="50000">
                                          <p:stCondLst>
                                            <p:cond delay="1338"/>
                                          </p:stCondLst>
                                        </p:cTn>
                                        <p:tgtEl>
                                          <p:spTgt spid="8"/>
                                        </p:tgtEl>
                                      </p:cBhvr>
                                      <p:to x="100000" y="100000"/>
                                    </p:animScale>
                                    <p:animScale>
                                      <p:cBhvr>
                                        <p:cTn id="27" dur="26">
                                          <p:stCondLst>
                                            <p:cond delay="1642"/>
                                          </p:stCondLst>
                                        </p:cTn>
                                        <p:tgtEl>
                                          <p:spTgt spid="8"/>
                                        </p:tgtEl>
                                      </p:cBhvr>
                                      <p:to x="100000" y="90000"/>
                                    </p:animScale>
                                    <p:animScale>
                                      <p:cBhvr>
                                        <p:cTn id="28" dur="166" decel="50000">
                                          <p:stCondLst>
                                            <p:cond delay="1668"/>
                                          </p:stCondLst>
                                        </p:cTn>
                                        <p:tgtEl>
                                          <p:spTgt spid="8"/>
                                        </p:tgtEl>
                                      </p:cBhvr>
                                      <p:to x="100000" y="100000"/>
                                    </p:animScale>
                                    <p:animScale>
                                      <p:cBhvr>
                                        <p:cTn id="29" dur="26">
                                          <p:stCondLst>
                                            <p:cond delay="1808"/>
                                          </p:stCondLst>
                                        </p:cTn>
                                        <p:tgtEl>
                                          <p:spTgt spid="8"/>
                                        </p:tgtEl>
                                      </p:cBhvr>
                                      <p:to x="100000" y="95000"/>
                                    </p:animScale>
                                    <p:animScale>
                                      <p:cBhvr>
                                        <p:cTn id="30" dur="166" decel="50000">
                                          <p:stCondLst>
                                            <p:cond delay="1834"/>
                                          </p:stCondLst>
                                        </p:cTn>
                                        <p:tgtEl>
                                          <p:spTgt spid="8"/>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 grpId="0" animBg="1"/>
      <p:bldP spid="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0666484" y="55490"/>
            <a:ext cx="1493669" cy="966724"/>
          </a:xfrm>
          <a:prstGeom prst="rect">
            <a:avLst/>
          </a:prstGeom>
          <a:blipFill rotWithShape="1">
            <a:blip r:embed="rId2">
              <a:extLst>
                <a:ext uri="{28A0092B-C50C-407E-A947-70E740481C1C}">
                  <a14:useLocalDpi xmlns:a14="http://schemas.microsoft.com/office/drawing/2010/main" val="0"/>
                </a:ext>
              </a:extLst>
            </a:blip>
            <a:srcRect/>
            <a:stretch>
              <a:fillRect/>
            </a:stretch>
          </a:blipFill>
        </p:spPr>
        <p:style>
          <a:lnRef idx="2">
            <a:schemeClr val="accen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sp>
      <p:sp>
        <p:nvSpPr>
          <p:cNvPr id="6" name="Rounded Rectangle 5"/>
          <p:cNvSpPr/>
          <p:nvPr/>
        </p:nvSpPr>
        <p:spPr>
          <a:xfrm>
            <a:off x="130388" y="285651"/>
            <a:ext cx="10198467" cy="656823"/>
          </a:xfrm>
          <a:prstGeom prst="round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r>
              <a:rPr lang="en-US" sz="3600" dirty="0" smtClean="0">
                <a:latin typeface="Calibri" panose="020F0502020204030204" pitchFamily="34" charset="0"/>
                <a:cs typeface="Calibri" panose="020F0502020204030204" pitchFamily="34" charset="0"/>
              </a:rPr>
              <a:t>Notification Code?</a:t>
            </a:r>
            <a:endParaRPr lang="en-US" sz="3600" dirty="0">
              <a:latin typeface="Calibri" panose="020F0502020204030204" pitchFamily="34" charset="0"/>
              <a:cs typeface="Calibri" panose="020F0502020204030204" pitchFamily="34" charset="0"/>
            </a:endParaRPr>
          </a:p>
        </p:txBody>
      </p:sp>
      <p:graphicFrame>
        <p:nvGraphicFramePr>
          <p:cNvPr id="2" name="Table 1"/>
          <p:cNvGraphicFramePr>
            <a:graphicFrameLocks noGrp="1"/>
          </p:cNvGraphicFramePr>
          <p:nvPr>
            <p:extLst>
              <p:ext uri="{D42A27DB-BD31-4B8C-83A1-F6EECF244321}">
                <p14:modId xmlns:p14="http://schemas.microsoft.com/office/powerpoint/2010/main" val="3309999949"/>
              </p:ext>
            </p:extLst>
          </p:nvPr>
        </p:nvGraphicFramePr>
        <p:xfrm>
          <a:off x="130388" y="1138121"/>
          <a:ext cx="11937116" cy="5538450"/>
        </p:xfrm>
        <a:graphic>
          <a:graphicData uri="http://schemas.openxmlformats.org/drawingml/2006/table">
            <a:tbl>
              <a:tblPr firstRow="1" bandRow="1">
                <a:tableStyleId>{8EC20E35-A176-4012-BC5E-935CFFF8708E}</a:tableStyleId>
              </a:tblPr>
              <a:tblGrid>
                <a:gridCol w="11937116"/>
              </a:tblGrid>
              <a:tr h="621617">
                <a:tc>
                  <a:txBody>
                    <a:bodyPr/>
                    <a:lstStyle/>
                    <a:p>
                      <a:pPr algn="ctr"/>
                      <a:r>
                        <a:rPr lang="en-US" sz="2800" dirty="0" smtClean="0"/>
                        <a:t>Java Code</a:t>
                      </a:r>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r h="4916833">
                <a:tc>
                  <a:txBody>
                    <a:bodyPr/>
                    <a:lstStyle/>
                    <a:p>
                      <a:pPr algn="l"/>
                      <a:r>
                        <a:rPr lang="en-US" dirty="0" smtClean="0"/>
                        <a:t>public</a:t>
                      </a:r>
                      <a:r>
                        <a:rPr lang="en-US" baseline="0" dirty="0" smtClean="0"/>
                        <a:t> class </a:t>
                      </a:r>
                      <a:r>
                        <a:rPr lang="en-US" baseline="0" dirty="0" err="1" smtClean="0"/>
                        <a:t>MainActivity</a:t>
                      </a:r>
                      <a:r>
                        <a:rPr lang="en-US" baseline="0" dirty="0" smtClean="0"/>
                        <a:t> extends{</a:t>
                      </a:r>
                    </a:p>
                    <a:p>
                      <a:pPr algn="l"/>
                      <a:r>
                        <a:rPr lang="en-US" baseline="0" dirty="0" smtClean="0"/>
                        <a:t>private static final String CHANNEL_ID = “My Channel”;</a:t>
                      </a:r>
                    </a:p>
                    <a:p>
                      <a:pPr marL="0" marR="0" indent="0" algn="l" defTabSz="914400" rtl="0" eaLnBrk="1" fontAlgn="auto" latinLnBrk="0" hangingPunct="1">
                        <a:lnSpc>
                          <a:spcPct val="100000"/>
                        </a:lnSpc>
                        <a:spcBef>
                          <a:spcPts val="0"/>
                        </a:spcBef>
                        <a:spcAft>
                          <a:spcPts val="0"/>
                        </a:spcAft>
                        <a:buClrTx/>
                        <a:buSzTx/>
                        <a:buFontTx/>
                        <a:buNone/>
                        <a:tabLst/>
                        <a:defRPr/>
                      </a:pPr>
                      <a:r>
                        <a:rPr lang="en-US" baseline="0" dirty="0" smtClean="0"/>
                        <a:t>private static final </a:t>
                      </a:r>
                      <a:r>
                        <a:rPr lang="en-US" baseline="0" dirty="0" err="1" smtClean="0"/>
                        <a:t>int</a:t>
                      </a:r>
                      <a:r>
                        <a:rPr lang="en-US" baseline="0" dirty="0" smtClean="0"/>
                        <a:t> NOTIFICATION_ID = 100;</a:t>
                      </a:r>
                      <a:endParaRPr lang="en-US" dirty="0" smtClean="0"/>
                    </a:p>
                    <a:p>
                      <a:pPr algn="l"/>
                      <a:r>
                        <a:rPr lang="en-US" dirty="0" smtClean="0"/>
                        <a:t>//</a:t>
                      </a:r>
                      <a:r>
                        <a:rPr lang="en-US" dirty="0" err="1" smtClean="0"/>
                        <a:t>Drawable</a:t>
                      </a:r>
                      <a:r>
                        <a:rPr lang="en-US" dirty="0" smtClean="0"/>
                        <a:t> </a:t>
                      </a:r>
                      <a:r>
                        <a:rPr lang="en-US" dirty="0" err="1" smtClean="0"/>
                        <a:t>drawable</a:t>
                      </a:r>
                      <a:r>
                        <a:rPr lang="en-US" dirty="0" smtClean="0"/>
                        <a:t> = </a:t>
                      </a:r>
                      <a:r>
                        <a:rPr lang="en-US" dirty="0" err="1" smtClean="0"/>
                        <a:t>ResourcesCompact.getDrawable</a:t>
                      </a:r>
                      <a:r>
                        <a:rPr lang="en-US" dirty="0" smtClean="0"/>
                        <a:t>(</a:t>
                      </a:r>
                      <a:r>
                        <a:rPr lang="en-US" dirty="0" err="1" smtClean="0"/>
                        <a:t>getResources</a:t>
                      </a:r>
                      <a:r>
                        <a:rPr lang="en-US" dirty="0" smtClean="0"/>
                        <a:t>(),</a:t>
                      </a:r>
                      <a:r>
                        <a:rPr lang="en-US" dirty="0" err="1" smtClean="0"/>
                        <a:t>R.drawable.new_icon,null</a:t>
                      </a:r>
                      <a:r>
                        <a:rPr lang="en-US" dirty="0" smtClean="0"/>
                        <a:t>);</a:t>
                      </a:r>
                    </a:p>
                    <a:p>
                      <a:pPr algn="l"/>
                      <a:r>
                        <a:rPr lang="en-US" dirty="0" err="1" smtClean="0"/>
                        <a:t>BitmapDrawable</a:t>
                      </a:r>
                      <a:r>
                        <a:rPr lang="en-US" dirty="0" smtClean="0"/>
                        <a:t> </a:t>
                      </a:r>
                      <a:r>
                        <a:rPr lang="en-US" dirty="0" err="1" smtClean="0"/>
                        <a:t>bitmapDrawable</a:t>
                      </a:r>
                      <a:r>
                        <a:rPr lang="en-US" dirty="0" smtClean="0"/>
                        <a:t>  = (</a:t>
                      </a:r>
                      <a:r>
                        <a:rPr lang="en-US" dirty="0" err="1" smtClean="0"/>
                        <a:t>BitmapDrawable</a:t>
                      </a:r>
                      <a:r>
                        <a:rPr lang="en-US" dirty="0" smtClean="0"/>
                        <a:t>) </a:t>
                      </a:r>
                      <a:r>
                        <a:rPr lang="en-US" dirty="0" err="1" smtClean="0"/>
                        <a:t>drawable</a:t>
                      </a:r>
                      <a:r>
                        <a:rPr lang="en-US" dirty="0" smtClean="0"/>
                        <a:t>;</a:t>
                      </a:r>
                    </a:p>
                    <a:p>
                      <a:pPr algn="l"/>
                      <a:r>
                        <a:rPr lang="en-US" dirty="0" smtClean="0"/>
                        <a:t>Bitmap </a:t>
                      </a:r>
                      <a:r>
                        <a:rPr lang="en-US" dirty="0" err="1" smtClean="0"/>
                        <a:t>largIcon</a:t>
                      </a:r>
                      <a:r>
                        <a:rPr lang="en-US" dirty="0" smtClean="0"/>
                        <a:t>  =</a:t>
                      </a:r>
                      <a:r>
                        <a:rPr lang="en-US" baseline="0" dirty="0" smtClean="0"/>
                        <a:t> </a:t>
                      </a:r>
                      <a:r>
                        <a:rPr lang="en-US" baseline="0" dirty="0" err="1" smtClean="0"/>
                        <a:t>bitmapDrawable.getBitmap</a:t>
                      </a:r>
                      <a:r>
                        <a:rPr lang="en-US" baseline="0" dirty="0" smtClean="0"/>
                        <a:t>();//</a:t>
                      </a:r>
                    </a:p>
                    <a:p>
                      <a:pPr algn="l"/>
                      <a:endParaRPr lang="en-US" dirty="0" smtClean="0"/>
                    </a:p>
                    <a:p>
                      <a:pPr algn="l"/>
                      <a:r>
                        <a:rPr lang="en-US" dirty="0" err="1" smtClean="0"/>
                        <a:t>NotificationManager</a:t>
                      </a:r>
                      <a:r>
                        <a:rPr lang="en-US" baseline="0" dirty="0" smtClean="0"/>
                        <a:t> nm = (</a:t>
                      </a:r>
                      <a:r>
                        <a:rPr lang="en-US" dirty="0" err="1" smtClean="0"/>
                        <a:t>NotificationManager</a:t>
                      </a:r>
                      <a:r>
                        <a:rPr lang="en-US" baseline="0" dirty="0" smtClean="0"/>
                        <a:t>)</a:t>
                      </a:r>
                      <a:r>
                        <a:rPr lang="en-US" baseline="0" dirty="0" err="1" smtClean="0"/>
                        <a:t>getSystemService</a:t>
                      </a:r>
                      <a:r>
                        <a:rPr lang="en-US" baseline="0" dirty="0" smtClean="0"/>
                        <a:t>(</a:t>
                      </a:r>
                      <a:r>
                        <a:rPr lang="en-US" dirty="0" smtClean="0"/>
                        <a:t>NOTIFICATION_SERVICE</a:t>
                      </a:r>
                      <a:r>
                        <a:rPr lang="en-US" baseline="0" dirty="0" smtClean="0"/>
                        <a:t>);</a:t>
                      </a:r>
                    </a:p>
                    <a:p>
                      <a:pPr algn="l"/>
                      <a:r>
                        <a:rPr lang="en-US" dirty="0" smtClean="0"/>
                        <a:t>Notification </a:t>
                      </a:r>
                      <a:r>
                        <a:rPr lang="en-US" dirty="0" err="1" smtClean="0"/>
                        <a:t>notification</a:t>
                      </a:r>
                      <a:r>
                        <a:rPr lang="en-US" dirty="0" smtClean="0"/>
                        <a:t> = new </a:t>
                      </a:r>
                      <a:r>
                        <a:rPr lang="en-US" dirty="0" err="1" smtClean="0"/>
                        <a:t>Notification.Builder</a:t>
                      </a:r>
                      <a:r>
                        <a:rPr lang="en-US" dirty="0" smtClean="0"/>
                        <a:t>(this)</a:t>
                      </a:r>
                    </a:p>
                    <a:p>
                      <a:pPr algn="l"/>
                      <a:r>
                        <a:rPr lang="en-US" dirty="0" smtClean="0"/>
                        <a:t>.</a:t>
                      </a:r>
                      <a:r>
                        <a:rPr lang="en-US" dirty="0" err="1" smtClean="0"/>
                        <a:t>setLargeIcon</a:t>
                      </a:r>
                      <a:r>
                        <a:rPr lang="en-US" dirty="0" smtClean="0"/>
                        <a:t>(</a:t>
                      </a:r>
                      <a:r>
                        <a:rPr lang="en-US" dirty="0" err="1" smtClean="0"/>
                        <a:t>largIcon</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dirty="0" err="1" smtClean="0"/>
                        <a:t>setSmallIcon</a:t>
                      </a:r>
                      <a:r>
                        <a:rPr lang="en-US" dirty="0" smtClean="0"/>
                        <a:t>(</a:t>
                      </a:r>
                      <a:r>
                        <a:rPr lang="en-US" dirty="0" err="1" smtClean="0"/>
                        <a:t>R.drawable.new_icon</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dirty="0" err="1" smtClean="0"/>
                        <a:t>setContextText</a:t>
                      </a:r>
                      <a:r>
                        <a:rPr lang="en-US" dirty="0" smtClean="0"/>
                        <a:t>(“New Message”)</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dirty="0" err="1" smtClean="0"/>
                        <a:t>setSubText</a:t>
                      </a:r>
                      <a:r>
                        <a:rPr lang="en-US" dirty="0" smtClean="0"/>
                        <a:t>(“New Message from</a:t>
                      </a:r>
                      <a:r>
                        <a:rPr lang="en-US" baseline="0" dirty="0" smtClean="0"/>
                        <a:t> Naeem Khan</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t>
                      </a:r>
                      <a:r>
                        <a:rPr lang="en-US" dirty="0" err="1" smtClean="0"/>
                        <a:t>setChannelId</a:t>
                      </a:r>
                      <a:r>
                        <a:rPr lang="en-US" dirty="0" smtClean="0"/>
                        <a:t>(</a:t>
                      </a:r>
                      <a:r>
                        <a:rPr lang="en-US" baseline="0" dirty="0" smtClean="0"/>
                        <a:t>CHANNEL_ID</a:t>
                      </a:r>
                      <a:r>
                        <a:rPr lang="en-US" dirty="0" smtClean="0"/>
                        <a:t>)</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.build();}</a:t>
                      </a:r>
                    </a:p>
                    <a:p>
                      <a:pPr marL="0" marR="0" indent="0" algn="l" defTabSz="914400" rtl="0" eaLnBrk="1" fontAlgn="auto" latinLnBrk="0" hangingPunct="1">
                        <a:lnSpc>
                          <a:spcPct val="100000"/>
                        </a:lnSpc>
                        <a:spcBef>
                          <a:spcPts val="0"/>
                        </a:spcBef>
                        <a:spcAft>
                          <a:spcPts val="0"/>
                        </a:spcAft>
                        <a:buClrTx/>
                        <a:buSzTx/>
                        <a:buFontTx/>
                        <a:buNone/>
                        <a:tabLst/>
                        <a:defRPr/>
                      </a:pPr>
                      <a:r>
                        <a:rPr lang="en-US" dirty="0" err="1" smtClean="0"/>
                        <a:t>nm.notify</a:t>
                      </a:r>
                      <a:r>
                        <a:rPr lang="en-US" dirty="0" smtClean="0"/>
                        <a:t>(</a:t>
                      </a:r>
                      <a:r>
                        <a:rPr lang="en-US" baseline="0" dirty="0" err="1" smtClean="0"/>
                        <a:t>NOTIFICATION_ID,notification</a:t>
                      </a:r>
                      <a:r>
                        <a:rPr lang="en-US" dirty="0" smtClean="0"/>
                        <a:t>);</a:t>
                      </a:r>
                    </a:p>
                    <a:p>
                      <a:pPr algn="l"/>
                      <a:endParaRPr lang="en-US" dirty="0"/>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r>
            </a:tbl>
          </a:graphicData>
        </a:graphic>
      </p:graphicFrame>
    </p:spTree>
    <p:extLst>
      <p:ext uri="{BB962C8B-B14F-4D97-AF65-F5344CB8AC3E}">
        <p14:creationId xmlns:p14="http://schemas.microsoft.com/office/powerpoint/2010/main" val="887140758"/>
      </p:ext>
    </p:extLst>
  </p:cSld>
  <p:clrMapOvr>
    <a:masterClrMapping/>
  </p:clrMapOvr>
  <mc:AlternateContent xmlns:mc="http://schemas.openxmlformats.org/markup-compatibility/2006" xmlns:p14="http://schemas.microsoft.com/office/powerpoint/2010/main">
    <mc:Choice Requires="p14">
      <p:transition spd="med" p14:dur="699">
        <p:fade/>
      </p:transition>
    </mc:Choice>
    <mc:Fallback xmlns="">
      <p:transition spd="med">
        <p:fade/>
      </p:transition>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037230" y="313899"/>
            <a:ext cx="10795379" cy="4339650"/>
          </a:xfrm>
          <a:prstGeom prst="rect">
            <a:avLst/>
          </a:prstGeom>
          <a:noFill/>
        </p:spPr>
        <p:txBody>
          <a:bodyPr wrap="square" rtlCol="0">
            <a:spAutoFit/>
          </a:bodyPr>
          <a:lstStyle/>
          <a:p>
            <a:pPr algn="ctr"/>
            <a:endParaRPr lang="en-US" sz="13800" dirty="0">
              <a:latin typeface="Calibri" panose="020F0502020204030204" pitchFamily="34" charset="0"/>
              <a:cs typeface="Calibri" panose="020F0502020204030204" pitchFamily="34" charset="0"/>
            </a:endParaRPr>
          </a:p>
          <a:p>
            <a:pPr algn="ctr"/>
            <a:r>
              <a:rPr lang="en-US" sz="13800" dirty="0">
                <a:effectLst>
                  <a:outerShdw blurRad="50800" dist="38100" dir="2700000" algn="tl" rotWithShape="0">
                    <a:prstClr val="black">
                      <a:alpha val="40000"/>
                    </a:prstClr>
                  </a:outerShdw>
                </a:effectLst>
                <a:latin typeface="Algerian" panose="04020705040A02060702" pitchFamily="82" charset="0"/>
                <a:cs typeface="Calibri" panose="020F0502020204030204" pitchFamily="34" charset="0"/>
              </a:rPr>
              <a:t>Thank You</a:t>
            </a: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lemental">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Elemental</Template>
  <TotalTime>955</TotalTime>
  <Words>231</Words>
  <Application>Microsoft Office PowerPoint</Application>
  <PresentationFormat>Custom</PresentationFormat>
  <Paragraphs>40</Paragraphs>
  <Slides>9</Slides>
  <Notes>0</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Elemental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Muhammad Naeem Khan</dc:creator>
  <cp:lastModifiedBy>amc</cp:lastModifiedBy>
  <cp:revision>99</cp:revision>
  <dcterms:created xsi:type="dcterms:W3CDTF">2024-11-04T05:04:00Z</dcterms:created>
  <dcterms:modified xsi:type="dcterms:W3CDTF">2025-01-25T08:21:00Z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92ED70D60F184857A85F9A485E7AD0CC_12</vt:lpwstr>
  </property>
  <property fmtid="{D5CDD505-2E9C-101B-9397-08002B2CF9AE}" pid="3" name="KSOProductBuildVer">
    <vt:lpwstr>1033-12.2.0.18911</vt:lpwstr>
  </property>
</Properties>
</file>