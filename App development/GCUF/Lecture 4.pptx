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73" r:id="rId4"/>
    <p:sldId id="283" r:id="rId5"/>
    <p:sldId id="279" r:id="rId6"/>
    <p:sldId id="280" r:id="rId7"/>
    <p:sldId id="284" r:id="rId8"/>
    <p:sldId id="28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9483" y="6316394"/>
            <a:ext cx="963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600" dirty="0">
                <a:solidFill>
                  <a:schemeClr val="bg1"/>
                </a:solidFill>
              </a:rPr>
              <a:t>Mobile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8" y="340659"/>
            <a:ext cx="1188720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 To XML.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399" y="1076804"/>
            <a:ext cx="1188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xtensible 			Markup		 Language</a:t>
            </a: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       X 				     M 				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XML?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445294"/>
            <a:ext cx="11887200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is used for storing and transferring data.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is a markup language much like HTML.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Unlike HTML, XML is case sensitive, required each tag is closed properly and preserves white spaces.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XML need not to be predefined like HTML (Therefore known as extensible).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XML?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445294"/>
            <a:ext cx="11887200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markup language is a language that annotates text so that the computer can manipulates the text.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Most markup languages are human-readable because the annotation are written in a way to distinguish them from the text itself.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was designed to be self descriptive.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50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XML in Android.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445294"/>
            <a:ext cx="118872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create XML layouts in Android and later alter them using java logics.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Resources are the additional files and static contents an application needs such as animation, color schemes, layouts, menu layouts.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Each layout file must contain one (and only one!) root element.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View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445294"/>
            <a:ext cx="11887200" cy="220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represents a rectangular area of the screen, and is responsible for displaying information or contents, and event handling.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Text, images and buttons are all views in Android.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View Group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445294"/>
            <a:ext cx="11887200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is essentially an ‘invisible container’ that holds multiple views or view groups together, and defines their layout properties.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Common view groups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list view displays a list of scroll bar items.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grid view displays items in a two dimensional scroll bar grid.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table layout groups views into rows and columns.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687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Root view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445294"/>
            <a:ext cx="11887200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is root element of XML layout file.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Common view groups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linear layout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aligns its contents into a single direction, whether vertical or horizontal.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relative layout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displays its child contents in positions relative to the parent.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frame layout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a placeholder on a screen that display only a single view(Fragments).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296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347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Naeem Khan</dc:creator>
  <cp:lastModifiedBy>Muhammad Naeem Khan</cp:lastModifiedBy>
  <cp:revision>12</cp:revision>
  <dcterms:created xsi:type="dcterms:W3CDTF">2024-11-04T05:04:00Z</dcterms:created>
  <dcterms:modified xsi:type="dcterms:W3CDTF">2024-11-19T04:54:24Z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