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74" r:id="rId1"/>
  </p:sldMasterIdLst>
  <p:notesMasterIdLst>
    <p:notesMasterId r:id="rId8"/>
  </p:notesMasterIdLst>
  <p:handoutMasterIdLst>
    <p:handoutMasterId r:id="rId9"/>
  </p:handoutMasterIdLst>
  <p:sldIdLst>
    <p:sldId id="256" r:id="rId2"/>
    <p:sldId id="258" r:id="rId3"/>
    <p:sldId id="292" r:id="rId4"/>
    <p:sldId id="320" r:id="rId5"/>
    <p:sldId id="321" r:id="rId6"/>
    <p:sldId id="264"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82"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Superior College Mian Channu</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F23418-877D-4E15-98EB-B18A416688F8}" type="datetimeFigureOut">
              <a:rPr lang="en-US" smtClean="0"/>
              <a:t>12/7/2024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E1B3ED0-4E7F-4552-8A34-7C1339267C69}"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Superior College Mian Channu</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095D31-9972-44D7-A973-436B8E0F36E9}" type="datetimeFigureOut">
              <a:rPr lang="en-US" smtClean="0"/>
              <a:t>12/7/2024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F085B6-4FD1-4360-BB53-F417E13A6F25}" type="slidenum">
              <a:rPr lang="en-US" smtClean="0"/>
              <a:t>‹#›</a:t>
            </a:fld>
            <a:endParaRPr lang="en-US"/>
          </a:p>
        </p:txBody>
      </p:sp>
    </p:spTree>
    <p:extLst>
      <p:ext uri="{BB962C8B-B14F-4D97-AF65-F5344CB8AC3E}">
        <p14:creationId xmlns:p14="http://schemas.microsoft.com/office/powerpoint/2010/main" val="3620841288"/>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extBox 7"/>
          <p:cNvSpPr txBox="1"/>
          <p:nvPr/>
        </p:nvSpPr>
        <p:spPr>
          <a:xfrm>
            <a:off x="2438400" y="3159761"/>
            <a:ext cx="609600" cy="1034129"/>
          </a:xfrm>
          <a:prstGeom prst="rect">
            <a:avLst/>
          </a:prstGeom>
          <a:noFill/>
        </p:spPr>
        <p:txBody>
          <a:bodyPr wrap="square" lIns="0" tIns="9144" rIns="0" bIns="9144" rtlCol="0" anchor="ctr" anchorCtr="0">
            <a:spAutoFit/>
          </a:bodyPr>
          <a:lstStyle/>
          <a:p>
            <a:r>
              <a:rPr lang="en-US" sz="6600" dirty="0" smtClean="0">
                <a:effectLst>
                  <a:outerShdw blurRad="38100" dist="38100" dir="2700000" algn="tl">
                    <a:srgbClr val="000000">
                      <a:alpha val="43137"/>
                    </a:srgbClr>
                  </a:outerShdw>
                </a:effectLst>
                <a:latin typeface="+mn-lt"/>
              </a:rPr>
              <a:t>{</a:t>
            </a:r>
            <a:endParaRPr lang="en-US" sz="6600" dirty="0">
              <a:effectLst>
                <a:outerShdw blurRad="38100" dist="38100" dir="2700000" algn="tl">
                  <a:srgbClr val="000000">
                    <a:alpha val="43137"/>
                  </a:srgbClr>
                </a:outerShdw>
              </a:effectLst>
              <a:latin typeface="+mn-lt"/>
            </a:endParaRPr>
          </a:p>
        </p:txBody>
      </p:sp>
      <p:sp>
        <p:nvSpPr>
          <p:cNvPr id="2" name="Title 1"/>
          <p:cNvSpPr>
            <a:spLocks noGrp="1"/>
          </p:cNvSpPr>
          <p:nvPr>
            <p:ph type="ctrTitle"/>
          </p:nvPr>
        </p:nvSpPr>
        <p:spPr>
          <a:xfrm>
            <a:off x="1036320" y="1219200"/>
            <a:ext cx="10058400" cy="2152650"/>
          </a:xfrm>
        </p:spPr>
        <p:txBody>
          <a:bodyPr>
            <a:noAutofit/>
          </a:bodyPr>
          <a:lstStyle>
            <a:lvl1pPr>
              <a:defRPr sz="600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844800" y="3375491"/>
            <a:ext cx="8229600" cy="685800"/>
          </a:xfrm>
        </p:spPr>
        <p:txBody>
          <a:bodyPr anchor="ct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5" name="Date Placeholder 14"/>
          <p:cNvSpPr>
            <a:spLocks noGrp="1"/>
          </p:cNvSpPr>
          <p:nvPr>
            <p:ph type="dt" sz="half" idx="10"/>
          </p:nvPr>
        </p:nvSpPr>
        <p:spPr/>
        <p:txBody>
          <a:bodyPr/>
          <a:lstStyle/>
          <a:p>
            <a:fld id="{92A59E04-BC48-4C3C-B2CF-95287A202A10}" type="datetimeFigureOut">
              <a:rPr lang="en-US" smtClean="0"/>
              <a:t>12/7/2024</a:t>
            </a:fld>
            <a:endParaRPr lang="en-US"/>
          </a:p>
        </p:txBody>
      </p:sp>
      <p:sp>
        <p:nvSpPr>
          <p:cNvPr id="16" name="Slide Number Placeholder 15"/>
          <p:cNvSpPr>
            <a:spLocks noGrp="1"/>
          </p:cNvSpPr>
          <p:nvPr>
            <p:ph type="sldNum" sz="quarter" idx="11"/>
          </p:nvPr>
        </p:nvSpPr>
        <p:spPr/>
        <p:txBody>
          <a:bodyPr/>
          <a:lstStyle/>
          <a:p>
            <a:fld id="{8CF08CA4-D9C5-4472-8FBF-7DFA91021E4F}" type="slidenum">
              <a:rPr lang="en-US" smtClean="0"/>
              <a:t>‹#›</a:t>
            </a:fld>
            <a:endParaRPr lang="en-US"/>
          </a:p>
        </p:txBody>
      </p:sp>
      <p:sp>
        <p:nvSpPr>
          <p:cNvPr id="17" name="Footer Placeholder 16"/>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Title 12"/>
          <p:cNvSpPr>
            <a:spLocks noGrp="1"/>
          </p:cNvSpPr>
          <p:nvPr>
            <p:ph type="title"/>
          </p:nvPr>
        </p:nvSpPr>
        <p:spPr/>
        <p:txBody>
          <a:bodyPr/>
          <a:lstStyle/>
          <a:p>
            <a:r>
              <a:rPr lang="en-US" smtClean="0"/>
              <a:t>Click to edit Master title style</a:t>
            </a:r>
            <a:endParaRPr lang="en-US"/>
          </a:p>
        </p:txBody>
      </p:sp>
      <p:sp>
        <p:nvSpPr>
          <p:cNvPr id="14" name="Date Placeholder 13"/>
          <p:cNvSpPr>
            <a:spLocks noGrp="1"/>
          </p:cNvSpPr>
          <p:nvPr>
            <p:ph type="dt" sz="half" idx="10"/>
          </p:nvPr>
        </p:nvSpPr>
        <p:spPr/>
        <p:txBody>
          <a:bodyPr/>
          <a:lstStyle/>
          <a:p>
            <a:fld id="{92A59E04-BC48-4C3C-B2CF-95287A202A10}" type="datetimeFigureOut">
              <a:rPr lang="en-US" smtClean="0"/>
              <a:t>12/7/2024</a:t>
            </a:fld>
            <a:endParaRPr lang="en-US"/>
          </a:p>
        </p:txBody>
      </p:sp>
      <p:sp>
        <p:nvSpPr>
          <p:cNvPr id="15" name="Slide Number Placeholder 14"/>
          <p:cNvSpPr>
            <a:spLocks noGrp="1"/>
          </p:cNvSpPr>
          <p:nvPr>
            <p:ph type="sldNum" sz="quarter" idx="11"/>
          </p:nvPr>
        </p:nvSpPr>
        <p:spPr/>
        <p:txBody>
          <a:bodyPr/>
          <a:lstStyle/>
          <a:p>
            <a:fld id="{8CF08CA4-D9C5-4472-8FBF-7DFA91021E4F}" type="slidenum">
              <a:rPr lang="en-US" smtClean="0"/>
              <a:t>‹#›</a:t>
            </a:fld>
            <a:endParaRPr lang="en-US"/>
          </a:p>
        </p:txBody>
      </p:sp>
      <p:sp>
        <p:nvSpPr>
          <p:cNvPr id="16" name="Footer Placeholder 15"/>
          <p:cNvSpPr>
            <a:spLocks noGrp="1"/>
          </p:cNvSpPr>
          <p:nvPr>
            <p:ph type="ftr" sz="quarter" idx="12"/>
          </p:nvPr>
        </p:nvSpPr>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TextBox 7"/>
          <p:cNvSpPr txBox="1"/>
          <p:nvPr/>
        </p:nvSpPr>
        <p:spPr>
          <a:xfrm>
            <a:off x="5689600" y="4074498"/>
            <a:ext cx="609600" cy="1015663"/>
          </a:xfrm>
          <a:prstGeom prst="rect">
            <a:avLst/>
          </a:prstGeom>
          <a:noFill/>
        </p:spPr>
        <p:txBody>
          <a:bodyPr wrap="square" lIns="0" tIns="0" rIns="0" bIns="0" rtlCol="0" anchor="t" anchorCtr="0">
            <a:spAutoFit/>
          </a:bodyPr>
          <a:lstStyle/>
          <a:p>
            <a:r>
              <a:rPr lang="en-US" sz="6600" dirty="0" smtClean="0">
                <a:effectLst>
                  <a:outerShdw blurRad="38100" dist="38100" dir="2700000" algn="tl">
                    <a:srgbClr val="000000">
                      <a:alpha val="43137"/>
                    </a:srgbClr>
                  </a:outerShdw>
                </a:effectLst>
                <a:latin typeface="+mn-lt"/>
              </a:rPr>
              <a:t>{</a:t>
            </a:r>
            <a:endParaRPr lang="en-US" sz="6600" dirty="0">
              <a:effectLst>
                <a:outerShdw blurRad="38100" dist="38100" dir="2700000" algn="tl">
                  <a:srgbClr val="000000">
                    <a:alpha val="43137"/>
                  </a:srgbClr>
                </a:outerShdw>
              </a:effectLst>
              <a:latin typeface="+mn-lt"/>
            </a:endParaRPr>
          </a:p>
        </p:txBody>
      </p:sp>
      <p:sp>
        <p:nvSpPr>
          <p:cNvPr id="3" name="Text Placeholder 2"/>
          <p:cNvSpPr>
            <a:spLocks noGrp="1"/>
          </p:cNvSpPr>
          <p:nvPr>
            <p:ph type="body" idx="1"/>
          </p:nvPr>
        </p:nvSpPr>
        <p:spPr>
          <a:xfrm>
            <a:off x="6096000" y="4267368"/>
            <a:ext cx="4978400" cy="731520"/>
          </a:xfrm>
        </p:spPr>
        <p:txBody>
          <a:bodyPr anchor="ctr">
            <a:normAutofit/>
          </a:bodyPr>
          <a:lstStyle>
            <a:lvl1pPr marL="0" indent="0">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2" name="Date Placeholder 11"/>
          <p:cNvSpPr>
            <a:spLocks noGrp="1"/>
          </p:cNvSpPr>
          <p:nvPr>
            <p:ph type="dt" sz="half" idx="10"/>
          </p:nvPr>
        </p:nvSpPr>
        <p:spPr/>
        <p:txBody>
          <a:bodyPr/>
          <a:lstStyle/>
          <a:p>
            <a:fld id="{92A59E04-BC48-4C3C-B2CF-95287A202A10}" type="datetimeFigureOut">
              <a:rPr lang="en-US" smtClean="0"/>
              <a:t>12/7/2024</a:t>
            </a:fld>
            <a:endParaRPr lang="en-US"/>
          </a:p>
        </p:txBody>
      </p:sp>
      <p:sp>
        <p:nvSpPr>
          <p:cNvPr id="13" name="Slide Number Placeholder 12"/>
          <p:cNvSpPr>
            <a:spLocks noGrp="1"/>
          </p:cNvSpPr>
          <p:nvPr>
            <p:ph type="sldNum" sz="quarter" idx="11"/>
          </p:nvPr>
        </p:nvSpPr>
        <p:spPr/>
        <p:txBody>
          <a:bodyPr/>
          <a:lstStyle/>
          <a:p>
            <a:fld id="{8CF08CA4-D9C5-4472-8FBF-7DFA91021E4F}" type="slidenum">
              <a:rPr lang="en-US" smtClean="0"/>
              <a:t>‹#›</a:t>
            </a:fld>
            <a:endParaRPr lang="en-US"/>
          </a:p>
        </p:txBody>
      </p:sp>
      <p:sp>
        <p:nvSpPr>
          <p:cNvPr id="14" name="Footer Placeholder 13"/>
          <p:cNvSpPr>
            <a:spLocks noGrp="1"/>
          </p:cNvSpPr>
          <p:nvPr>
            <p:ph type="ftr" sz="quarter" idx="12"/>
          </p:nvPr>
        </p:nvSpPr>
        <p:spPr/>
        <p:txBody>
          <a:bodyPr/>
          <a:lstStyle/>
          <a:p>
            <a:endParaRPr lang="en-US"/>
          </a:p>
        </p:txBody>
      </p:sp>
      <p:sp>
        <p:nvSpPr>
          <p:cNvPr id="4" name="Title 3"/>
          <p:cNvSpPr>
            <a:spLocks noGrp="1"/>
          </p:cNvSpPr>
          <p:nvPr>
            <p:ph type="title"/>
          </p:nvPr>
        </p:nvSpPr>
        <p:spPr>
          <a:xfrm>
            <a:off x="3048000" y="1905000"/>
            <a:ext cx="8046720" cy="2350008"/>
          </a:xfrm>
        </p:spPr>
        <p:txBody>
          <a:bodyPr/>
          <a:lstStyle>
            <a:lvl1pPr marL="0" algn="l" defTabSz="914400" rtl="0" eaLnBrk="1" latinLnBrk="0" hangingPunct="1">
              <a:spcBef>
                <a:spcPct val="0"/>
              </a:spcBef>
              <a:buNone/>
              <a:defRPr lang="en-US" sz="5400" b="0" kern="1200" cap="none" dirty="0" smtClean="0">
                <a:solidFill>
                  <a:schemeClr val="tx1"/>
                </a:solidFill>
                <a:effectLst>
                  <a:outerShdw blurRad="38100" dist="38100" dir="2700000" algn="tl">
                    <a:srgbClr val="000000">
                      <a:alpha val="43137"/>
                    </a:srgbClr>
                  </a:outerShdw>
                </a:effectLst>
                <a:latin typeface="+mj-lt"/>
                <a:ea typeface="+mj-ea"/>
                <a:cs typeface="+mj-cs"/>
              </a:defRPr>
            </a:lvl1pPr>
          </a:lstStyle>
          <a:p>
            <a:r>
              <a:rPr lang="en-US" smtClean="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92A59E04-BC48-4C3C-B2CF-95287A202A10}" type="datetimeFigureOut">
              <a:rPr lang="en-US" smtClean="0"/>
              <a:t>12/7/2024</a:t>
            </a:fld>
            <a:endParaRPr lang="en-US"/>
          </a:p>
        </p:txBody>
      </p:sp>
      <p:sp>
        <p:nvSpPr>
          <p:cNvPr id="9" name="Slide Number Placeholder 8"/>
          <p:cNvSpPr>
            <a:spLocks noGrp="1"/>
          </p:cNvSpPr>
          <p:nvPr>
            <p:ph type="sldNum" sz="quarter" idx="11"/>
          </p:nvPr>
        </p:nvSpPr>
        <p:spPr/>
        <p:txBody>
          <a:bodyPr/>
          <a:lstStyle/>
          <a:p>
            <a:fld id="{8CF08CA4-D9C5-4472-8FBF-7DFA91021E4F}" type="slidenum">
              <a:rPr lang="en-US" smtClean="0"/>
              <a:t>‹#›</a:t>
            </a:fld>
            <a:endParaRPr lang="en-US"/>
          </a:p>
        </p:txBody>
      </p:sp>
      <p:sp>
        <p:nvSpPr>
          <p:cNvPr id="10" name="Footer Placeholder 9"/>
          <p:cNvSpPr>
            <a:spLocks noGrp="1"/>
          </p:cNvSpPr>
          <p:nvPr>
            <p:ph type="ftr" sz="quarter" idx="12"/>
          </p:nvPr>
        </p:nvSpPr>
        <p:spPr/>
        <p:txBody>
          <a:bodyPr/>
          <a:lstStyle/>
          <a:p>
            <a:endParaRPr lang="en-US"/>
          </a:p>
        </p:txBody>
      </p:sp>
      <p:sp>
        <p:nvSpPr>
          <p:cNvPr id="11" name="Title 10"/>
          <p:cNvSpPr>
            <a:spLocks noGrp="1"/>
          </p:cNvSpPr>
          <p:nvPr>
            <p:ph type="title"/>
          </p:nvPr>
        </p:nvSpPr>
        <p:spPr/>
        <p:txBody>
          <a:bodyPr/>
          <a:lstStyle/>
          <a:p>
            <a:r>
              <a:rPr lang="en-US" smtClean="0"/>
              <a:t>Click to edit Master title style</a:t>
            </a:r>
            <a:endParaRPr lang="en-US" dirty="0"/>
          </a:p>
        </p:txBody>
      </p:sp>
      <p:sp>
        <p:nvSpPr>
          <p:cNvPr id="5" name="Content Placeholder 4"/>
          <p:cNvSpPr>
            <a:spLocks noGrp="1"/>
          </p:cNvSpPr>
          <p:nvPr>
            <p:ph sz="quarter" idx="13"/>
          </p:nvPr>
        </p:nvSpPr>
        <p:spPr>
          <a:xfrm>
            <a:off x="1792224" y="658368"/>
            <a:ext cx="4364736" cy="3429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6"/>
          <p:cNvSpPr>
            <a:spLocks noGrp="1"/>
          </p:cNvSpPr>
          <p:nvPr>
            <p:ph sz="quarter" idx="14"/>
          </p:nvPr>
        </p:nvSpPr>
        <p:spPr>
          <a:xfrm>
            <a:off x="6705600" y="658369"/>
            <a:ext cx="4364736" cy="34321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8160" y="661976"/>
            <a:ext cx="4364736" cy="639762"/>
          </a:xfrm>
        </p:spPr>
        <p:txBody>
          <a:bodyPr anchor="ctr">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792224" y="1371600"/>
            <a:ext cx="4368800" cy="27432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705600" y="661976"/>
            <a:ext cx="4364736" cy="639762"/>
          </a:xfrm>
        </p:spPr>
        <p:txBody>
          <a:bodyPr anchor="ctr">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705600" y="1371600"/>
            <a:ext cx="4364736" cy="27432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TextBox 12"/>
          <p:cNvSpPr txBox="1"/>
          <p:nvPr/>
        </p:nvSpPr>
        <p:spPr>
          <a:xfrm>
            <a:off x="1408853" y="520192"/>
            <a:ext cx="6096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8" name="TextBox 17"/>
          <p:cNvSpPr txBox="1"/>
          <p:nvPr/>
        </p:nvSpPr>
        <p:spPr>
          <a:xfrm>
            <a:off x="6373707" y="520192"/>
            <a:ext cx="6096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2" name="Title 11"/>
          <p:cNvSpPr>
            <a:spLocks noGrp="1"/>
          </p:cNvSpPr>
          <p:nvPr>
            <p:ph type="title"/>
          </p:nvPr>
        </p:nvSpPr>
        <p:spPr/>
        <p:txBody>
          <a:bodyPr/>
          <a:lstStyle/>
          <a:p>
            <a:r>
              <a:rPr lang="en-US" smtClean="0"/>
              <a:t>Click to edit Master title style</a:t>
            </a:r>
            <a:endParaRPr lang="en-US" dirty="0"/>
          </a:p>
        </p:txBody>
      </p:sp>
      <p:sp>
        <p:nvSpPr>
          <p:cNvPr id="14" name="Date Placeholder 13"/>
          <p:cNvSpPr>
            <a:spLocks noGrp="1"/>
          </p:cNvSpPr>
          <p:nvPr>
            <p:ph type="dt" sz="half" idx="10"/>
          </p:nvPr>
        </p:nvSpPr>
        <p:spPr/>
        <p:txBody>
          <a:bodyPr/>
          <a:lstStyle/>
          <a:p>
            <a:fld id="{92A59E04-BC48-4C3C-B2CF-95287A202A10}" type="datetimeFigureOut">
              <a:rPr lang="en-US" smtClean="0"/>
              <a:t>12/7/2024</a:t>
            </a:fld>
            <a:endParaRPr lang="en-US"/>
          </a:p>
        </p:txBody>
      </p:sp>
      <p:sp>
        <p:nvSpPr>
          <p:cNvPr id="15" name="Slide Number Placeholder 14"/>
          <p:cNvSpPr>
            <a:spLocks noGrp="1"/>
          </p:cNvSpPr>
          <p:nvPr>
            <p:ph type="sldNum" sz="quarter" idx="11"/>
          </p:nvPr>
        </p:nvSpPr>
        <p:spPr/>
        <p:txBody>
          <a:bodyPr/>
          <a:lstStyle/>
          <a:p>
            <a:fld id="{8CF08CA4-D9C5-4472-8FBF-7DFA91021E4F}" type="slidenum">
              <a:rPr lang="en-US" smtClean="0"/>
              <a:t>‹#›</a:t>
            </a:fld>
            <a:endParaRPr lang="en-US"/>
          </a:p>
        </p:txBody>
      </p:sp>
      <p:sp>
        <p:nvSpPr>
          <p:cNvPr id="16" name="Footer Placeholder 15"/>
          <p:cNvSpPr>
            <a:spLocks noGrp="1"/>
          </p:cNvSpPr>
          <p:nvPr>
            <p:ph type="ftr" sz="quarter" idx="12"/>
          </p:nvPr>
        </p:nvSpPr>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a:p>
        </p:txBody>
      </p:sp>
      <p:sp>
        <p:nvSpPr>
          <p:cNvPr id="7" name="Date Placeholder 6"/>
          <p:cNvSpPr>
            <a:spLocks noGrp="1"/>
          </p:cNvSpPr>
          <p:nvPr>
            <p:ph type="dt" sz="half" idx="10"/>
          </p:nvPr>
        </p:nvSpPr>
        <p:spPr/>
        <p:txBody>
          <a:bodyPr/>
          <a:lstStyle/>
          <a:p>
            <a:fld id="{92A59E04-BC48-4C3C-B2CF-95287A202A10}" type="datetimeFigureOut">
              <a:rPr lang="en-US" smtClean="0"/>
              <a:t>12/7/2024</a:t>
            </a:fld>
            <a:endParaRPr lang="en-US"/>
          </a:p>
        </p:txBody>
      </p:sp>
      <p:sp>
        <p:nvSpPr>
          <p:cNvPr id="8" name="Slide Number Placeholder 7"/>
          <p:cNvSpPr>
            <a:spLocks noGrp="1"/>
          </p:cNvSpPr>
          <p:nvPr>
            <p:ph type="sldNum" sz="quarter" idx="11"/>
          </p:nvPr>
        </p:nvSpPr>
        <p:spPr/>
        <p:txBody>
          <a:bodyPr/>
          <a:lstStyle/>
          <a:p>
            <a:fld id="{8CF08CA4-D9C5-4472-8FBF-7DFA91021E4F}"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2A59E04-BC48-4C3C-B2CF-95287A202A10}" type="datetimeFigureOut">
              <a:rPr lang="en-US" smtClean="0"/>
              <a:t>12/7/2024</a:t>
            </a:fld>
            <a:endParaRPr lang="en-US"/>
          </a:p>
        </p:txBody>
      </p:sp>
      <p:sp>
        <p:nvSpPr>
          <p:cNvPr id="6" name="Slide Number Placeholder 5"/>
          <p:cNvSpPr>
            <a:spLocks noGrp="1"/>
          </p:cNvSpPr>
          <p:nvPr>
            <p:ph type="sldNum" sz="quarter" idx="11"/>
          </p:nvPr>
        </p:nvSpPr>
        <p:spPr/>
        <p:txBody>
          <a:bodyPr/>
          <a:lstStyle/>
          <a:p>
            <a:fld id="{8CF08CA4-D9C5-4472-8FBF-7DFA91021E4F}" type="slidenum">
              <a:rPr lang="en-US" smtClean="0"/>
              <a:t>‹#›</a:t>
            </a:fld>
            <a:endParaRPr lang="en-US"/>
          </a:p>
        </p:txBody>
      </p:sp>
      <p:sp>
        <p:nvSpPr>
          <p:cNvPr id="7" name="Footer Placeholder 6"/>
          <p:cNvSpPr>
            <a:spLocks noGrp="1"/>
          </p:cNvSpPr>
          <p:nvPr>
            <p:ph type="ftr" sz="quarter" idx="12"/>
          </p:nvPr>
        </p:nvSpPr>
        <p:spPr/>
        <p:txBody>
          <a:body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TextBox 8"/>
          <p:cNvSpPr txBox="1"/>
          <p:nvPr/>
        </p:nvSpPr>
        <p:spPr>
          <a:xfrm>
            <a:off x="7105227" y="1774588"/>
            <a:ext cx="609600" cy="1231106"/>
          </a:xfrm>
          <a:prstGeom prst="rect">
            <a:avLst/>
          </a:prstGeom>
          <a:noFill/>
        </p:spPr>
        <p:txBody>
          <a:bodyPr wrap="square" lIns="0" tIns="0" rIns="0" bIns="0" rtlCol="0" anchor="t" anchorCtr="0">
            <a:spAutoFit/>
          </a:bodyPr>
          <a:lstStyle/>
          <a:p>
            <a:r>
              <a:rPr lang="en-US" sz="8000" dirty="0" smtClean="0">
                <a:effectLst>
                  <a:outerShdw blurRad="38100" dist="38100" dir="2700000" algn="tl">
                    <a:srgbClr val="000000">
                      <a:alpha val="43137"/>
                    </a:srgbClr>
                  </a:outerShdw>
                </a:effectLst>
                <a:latin typeface="+mn-lt"/>
              </a:rPr>
              <a:t>{</a:t>
            </a:r>
            <a:endParaRPr lang="en-US" sz="8000" dirty="0">
              <a:effectLst>
                <a:outerShdw blurRad="38100" dist="38100" dir="2700000" algn="tl">
                  <a:srgbClr val="000000">
                    <a:alpha val="43137"/>
                  </a:srgbClr>
                </a:outerShdw>
              </a:effectLst>
              <a:latin typeface="+mn-lt"/>
            </a:endParaRPr>
          </a:p>
        </p:txBody>
      </p:sp>
      <p:sp>
        <p:nvSpPr>
          <p:cNvPr id="3" name="Content Placeholder 2"/>
          <p:cNvSpPr>
            <a:spLocks noGrp="1"/>
          </p:cNvSpPr>
          <p:nvPr>
            <p:ph idx="1"/>
          </p:nvPr>
        </p:nvSpPr>
        <p:spPr>
          <a:xfrm>
            <a:off x="1117600" y="685801"/>
            <a:ext cx="5791200" cy="3429000"/>
          </a:xfrm>
        </p:spPr>
        <p:txBody>
          <a:bodyPr anchor="ct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620000" y="685801"/>
            <a:ext cx="3454400" cy="3429000"/>
          </a:xfrm>
        </p:spPr>
        <p:txBody>
          <a:bodyPr anchor="ct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5" name="Date Placeholder 14"/>
          <p:cNvSpPr>
            <a:spLocks noGrp="1"/>
          </p:cNvSpPr>
          <p:nvPr>
            <p:ph type="dt" sz="half" idx="10"/>
          </p:nvPr>
        </p:nvSpPr>
        <p:spPr/>
        <p:txBody>
          <a:bodyPr/>
          <a:lstStyle/>
          <a:p>
            <a:fld id="{92A59E04-BC48-4C3C-B2CF-95287A202A10}" type="datetimeFigureOut">
              <a:rPr lang="en-US" smtClean="0"/>
              <a:t>12/7/2024</a:t>
            </a:fld>
            <a:endParaRPr lang="en-US"/>
          </a:p>
        </p:txBody>
      </p:sp>
      <p:sp>
        <p:nvSpPr>
          <p:cNvPr id="16" name="Slide Number Placeholder 15"/>
          <p:cNvSpPr>
            <a:spLocks noGrp="1"/>
          </p:cNvSpPr>
          <p:nvPr>
            <p:ph type="sldNum" sz="quarter" idx="11"/>
          </p:nvPr>
        </p:nvSpPr>
        <p:spPr/>
        <p:txBody>
          <a:bodyPr/>
          <a:lstStyle/>
          <a:p>
            <a:fld id="{8CF08CA4-D9C5-4472-8FBF-7DFA91021E4F}" type="slidenum">
              <a:rPr lang="en-US" smtClean="0"/>
              <a:t>‹#›</a:t>
            </a:fld>
            <a:endParaRPr lang="en-US"/>
          </a:p>
        </p:txBody>
      </p:sp>
      <p:sp>
        <p:nvSpPr>
          <p:cNvPr id="17" name="Footer Placeholder 16"/>
          <p:cNvSpPr>
            <a:spLocks noGrp="1"/>
          </p:cNvSpPr>
          <p:nvPr>
            <p:ph type="ftr" sz="quarter" idx="12"/>
          </p:nvPr>
        </p:nvSpPr>
        <p:spPr/>
        <p:txBody>
          <a:bodyPr/>
          <a:lstStyle/>
          <a:p>
            <a:endParaRPr lang="en-US"/>
          </a:p>
        </p:txBody>
      </p:sp>
      <p:sp>
        <p:nvSpPr>
          <p:cNvPr id="18" name="Title 17"/>
          <p:cNvSpPr>
            <a:spLocks noGrp="1"/>
          </p:cNvSpPr>
          <p:nvPr>
            <p:ph type="title"/>
          </p:nvPr>
        </p:nvSpPr>
        <p:spPr/>
        <p:txBody>
          <a:bodyPr/>
          <a:lstStyle/>
          <a:p>
            <a:r>
              <a:rPr lang="en-US" smtClean="0"/>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625600" y="612776"/>
            <a:ext cx="8940800" cy="2546985"/>
          </a:xfrm>
          <a:effectLst>
            <a:outerShdw blurRad="152400" dist="317500" dir="5400000" sx="90000" sy="-19000" rotWithShape="0">
              <a:prstClr val="black">
                <a:alpha val="15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3657600" y="3453047"/>
            <a:ext cx="6705600" cy="720804"/>
          </a:xfrm>
        </p:spPr>
        <p:txBody>
          <a:bodyPr anchor="ct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Box 8"/>
          <p:cNvSpPr txBox="1"/>
          <p:nvPr/>
        </p:nvSpPr>
        <p:spPr>
          <a:xfrm>
            <a:off x="3247136" y="3331464"/>
            <a:ext cx="6096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1" name="Title 10"/>
          <p:cNvSpPr>
            <a:spLocks noGrp="1"/>
          </p:cNvSpPr>
          <p:nvPr>
            <p:ph type="title"/>
          </p:nvPr>
        </p:nvSpPr>
        <p:spPr/>
        <p:txBody>
          <a:bodyPr/>
          <a:lstStyle/>
          <a:p>
            <a:r>
              <a:rPr lang="en-US" smtClean="0"/>
              <a:t>Click to edit Master title style</a:t>
            </a:r>
            <a:endParaRPr lang="en-US"/>
          </a:p>
        </p:txBody>
      </p:sp>
      <p:sp>
        <p:nvSpPr>
          <p:cNvPr id="13" name="Date Placeholder 12"/>
          <p:cNvSpPr>
            <a:spLocks noGrp="1"/>
          </p:cNvSpPr>
          <p:nvPr>
            <p:ph type="dt" sz="half" idx="10"/>
          </p:nvPr>
        </p:nvSpPr>
        <p:spPr/>
        <p:txBody>
          <a:bodyPr/>
          <a:lstStyle/>
          <a:p>
            <a:fld id="{92A59E04-BC48-4C3C-B2CF-95287A202A10}" type="datetimeFigureOut">
              <a:rPr lang="en-US" smtClean="0"/>
              <a:t>12/7/2024</a:t>
            </a:fld>
            <a:endParaRPr lang="en-US"/>
          </a:p>
        </p:txBody>
      </p:sp>
      <p:sp>
        <p:nvSpPr>
          <p:cNvPr id="14" name="Slide Number Placeholder 13"/>
          <p:cNvSpPr>
            <a:spLocks noGrp="1"/>
          </p:cNvSpPr>
          <p:nvPr>
            <p:ph type="sldNum" sz="quarter" idx="11"/>
          </p:nvPr>
        </p:nvSpPr>
        <p:spPr/>
        <p:txBody>
          <a:bodyPr/>
          <a:lstStyle/>
          <a:p>
            <a:fld id="{8CF08CA4-D9C5-4472-8FBF-7DFA91021E4F}" type="slidenum">
              <a:rPr lang="en-US" smtClean="0"/>
              <a:t>‹#›</a:t>
            </a:fld>
            <a:endParaRPr lang="en-US"/>
          </a:p>
        </p:txBody>
      </p:sp>
      <p:sp>
        <p:nvSpPr>
          <p:cNvPr id="15" name="Footer Placeholder 14"/>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844800" y="685802"/>
            <a:ext cx="7721600" cy="3505199"/>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A59E04-BC48-4C3C-B2CF-95287A202A10}"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F08CA4-D9C5-4472-8FBF-7DFA91021E4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12800" y="609601"/>
            <a:ext cx="2844800" cy="51816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3860800" y="685801"/>
            <a:ext cx="6705600" cy="45720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2A59E04-BC48-4C3C-B2CF-95287A202A10}"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F08CA4-D9C5-4472-8FBF-7DFA91021E4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gradFill>
            <a:gsLst>
              <a:gs pos="0">
                <a:schemeClr val="accent6">
                  <a:lumMod val="50000"/>
                  <a:alpha val="36000"/>
                </a:schemeClr>
              </a:gs>
              <a:gs pos="100000">
                <a:schemeClr val="bg2">
                  <a:alpha val="1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rot="19724275">
            <a:off x="1830961" y="1038441"/>
            <a:ext cx="9654160" cy="5706987"/>
          </a:xfrm>
          <a:prstGeom prst="ellipse">
            <a:avLst/>
          </a:prstGeom>
          <a:gradFill flip="none" rotWithShape="1">
            <a:gsLst>
              <a:gs pos="0">
                <a:schemeClr val="accent6">
                  <a:lumMod val="60000"/>
                  <a:lumOff val="40000"/>
                  <a:alpha val="7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rot="17656910">
            <a:off x="557464" y="419133"/>
            <a:ext cx="5538472" cy="5973945"/>
          </a:xfrm>
          <a:prstGeom prst="ellipse">
            <a:avLst/>
          </a:prstGeom>
          <a:gradFill flip="none" rotWithShape="1">
            <a:gsLst>
              <a:gs pos="0">
                <a:schemeClr val="accent6">
                  <a:lumMod val="60000"/>
                  <a:lumOff val="40000"/>
                  <a:alpha val="8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rot="19724275">
            <a:off x="4370607" y="116855"/>
            <a:ext cx="8639149" cy="4754757"/>
          </a:xfrm>
          <a:prstGeom prst="ellipse">
            <a:avLst/>
          </a:prstGeom>
          <a:gradFill flip="none" rotWithShape="1">
            <a:gsLst>
              <a:gs pos="0">
                <a:schemeClr val="accent6">
                  <a:lumMod val="60000"/>
                  <a:lumOff val="40000"/>
                  <a:alpha val="8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36320" y="4876800"/>
            <a:ext cx="10058400" cy="9144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2844800" y="685802"/>
            <a:ext cx="8128000" cy="3657599"/>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229600" y="6154739"/>
            <a:ext cx="2844800" cy="365125"/>
          </a:xfrm>
          <a:prstGeom prst="rect">
            <a:avLst/>
          </a:prstGeom>
        </p:spPr>
        <p:txBody>
          <a:bodyPr vert="horz" lIns="91440" tIns="45720" rIns="91440" bIns="45720" rtlCol="0" anchor="t"/>
          <a:lstStyle>
            <a:lvl1pPr algn="r">
              <a:defRPr sz="1100">
                <a:solidFill>
                  <a:schemeClr val="tx1">
                    <a:alpha val="60000"/>
                  </a:schemeClr>
                </a:solidFill>
                <a:effectLst/>
              </a:defRPr>
            </a:lvl1pPr>
          </a:lstStyle>
          <a:p>
            <a:fld id="{92A59E04-BC48-4C3C-B2CF-95287A202A10}" type="datetimeFigureOut">
              <a:rPr lang="en-US" smtClean="0"/>
              <a:t>12/7/2024</a:t>
            </a:fld>
            <a:endParaRPr lang="en-US"/>
          </a:p>
        </p:txBody>
      </p:sp>
      <p:sp>
        <p:nvSpPr>
          <p:cNvPr id="5" name="Footer Placeholder 4"/>
          <p:cNvSpPr>
            <a:spLocks noGrp="1"/>
          </p:cNvSpPr>
          <p:nvPr>
            <p:ph type="ftr" sz="quarter" idx="3"/>
          </p:nvPr>
        </p:nvSpPr>
        <p:spPr>
          <a:xfrm>
            <a:off x="1097280" y="6154739"/>
            <a:ext cx="6096000" cy="365125"/>
          </a:xfrm>
          <a:prstGeom prst="rect">
            <a:avLst/>
          </a:prstGeom>
        </p:spPr>
        <p:txBody>
          <a:bodyPr vert="horz" lIns="91440" tIns="45720" rIns="91440" bIns="45720" rtlCol="0" anchor="t"/>
          <a:lstStyle>
            <a:lvl1pPr algn="l">
              <a:defRPr sz="1100">
                <a:solidFill>
                  <a:schemeClr val="tx1">
                    <a:alpha val="60000"/>
                  </a:schemeClr>
                </a:solidFill>
                <a:effectLst/>
              </a:defRPr>
            </a:lvl1pPr>
          </a:lstStyle>
          <a:p>
            <a:endParaRPr lang="en-US"/>
          </a:p>
        </p:txBody>
      </p:sp>
      <p:sp>
        <p:nvSpPr>
          <p:cNvPr id="6" name="Slide Number Placeholder 5"/>
          <p:cNvSpPr>
            <a:spLocks noGrp="1"/>
          </p:cNvSpPr>
          <p:nvPr>
            <p:ph type="sldNum" sz="quarter" idx="4"/>
          </p:nvPr>
        </p:nvSpPr>
        <p:spPr>
          <a:xfrm>
            <a:off x="1097280" y="5842000"/>
            <a:ext cx="2844800" cy="304800"/>
          </a:xfrm>
          <a:prstGeom prst="rect">
            <a:avLst/>
          </a:prstGeom>
        </p:spPr>
        <p:txBody>
          <a:bodyPr vert="horz" lIns="91440" tIns="45720" rIns="91440" bIns="9144" rtlCol="0" anchor="b"/>
          <a:lstStyle>
            <a:lvl1pPr algn="l">
              <a:defRPr sz="1600">
                <a:solidFill>
                  <a:schemeClr val="tx1">
                    <a:alpha val="60000"/>
                  </a:schemeClr>
                </a:solidFill>
                <a:effectLst/>
              </a:defRPr>
            </a:lvl1pPr>
          </a:lstStyle>
          <a:p>
            <a:fld id="{8CF08CA4-D9C5-4472-8FBF-7DFA91021E4F}"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txStyles>
    <p:titleStyle>
      <a:lvl1pPr algn="l" defTabSz="914400" rtl="0" eaLnBrk="1" latinLnBrk="0" hangingPunct="1">
        <a:spcBef>
          <a:spcPct val="0"/>
        </a:spcBef>
        <a:buNone/>
        <a:defRPr sz="4900" kern="1200">
          <a:solidFill>
            <a:schemeClr val="tx1"/>
          </a:solidFill>
          <a:effectLst>
            <a:outerShdw blurRad="38100" dist="38100" dir="2700000" algn="tl">
              <a:srgbClr val="000000">
                <a:alpha val="43137"/>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56032" algn="l" defTabSz="914400" rtl="0" eaLnBrk="1" latinLnBrk="0" hangingPunct="1">
        <a:spcBef>
          <a:spcPct val="20000"/>
        </a:spcBef>
        <a:spcAft>
          <a:spcPts val="0"/>
        </a:spcAft>
        <a:buSzPct val="60000"/>
        <a:buFont typeface="Wingdings" pitchFamily="2" charset="2"/>
        <a:buChar char=""/>
        <a:defRPr sz="2100" kern="1200">
          <a:solidFill>
            <a:schemeClr val="tx1"/>
          </a:solidFill>
          <a:effectLst>
            <a:outerShdw blurRad="38100" dist="38100" dir="2700000" algn="tl">
              <a:srgbClr val="000000">
                <a:alpha val="43137"/>
              </a:srgbClr>
            </a:outerShdw>
          </a:effectLst>
          <a:latin typeface="+mn-lt"/>
          <a:ea typeface="+mn-ea"/>
          <a:cs typeface="+mn-cs"/>
        </a:defRPr>
      </a:lvl1pPr>
      <a:lvl2pPr marL="640080" indent="-256032" algn="l" defTabSz="914400" rtl="0" eaLnBrk="1" latinLnBrk="0" hangingPunct="1">
        <a:spcBef>
          <a:spcPct val="20000"/>
        </a:spcBef>
        <a:buSzPct val="60000"/>
        <a:buFont typeface="Wingdings" pitchFamily="2" charset="2"/>
        <a:buChar char=""/>
        <a:defRPr sz="1900" kern="1200">
          <a:solidFill>
            <a:schemeClr val="tx1"/>
          </a:solidFill>
          <a:effectLst>
            <a:outerShdw blurRad="38100" dist="38100" dir="2700000" algn="tl">
              <a:srgbClr val="000000">
                <a:alpha val="43137"/>
              </a:srgbClr>
            </a:outerShdw>
          </a:effectLst>
          <a:latin typeface="+mn-lt"/>
          <a:ea typeface="+mn-ea"/>
          <a:cs typeface="+mn-cs"/>
        </a:defRPr>
      </a:lvl2pPr>
      <a:lvl3pPr marL="1005840" indent="-256032" algn="l" defTabSz="914400" rtl="0" eaLnBrk="1" latinLnBrk="0" hangingPunct="1">
        <a:spcBef>
          <a:spcPct val="20000"/>
        </a:spcBef>
        <a:buSzPct val="60000"/>
        <a:buFont typeface="Wingdings" pitchFamily="2" charset="2"/>
        <a:buChar char=""/>
        <a:defRPr sz="1700" kern="1200">
          <a:solidFill>
            <a:schemeClr val="tx1"/>
          </a:solidFill>
          <a:effectLst>
            <a:outerShdw blurRad="38100" dist="38100" dir="2700000" algn="tl">
              <a:srgbClr val="000000">
                <a:alpha val="43137"/>
              </a:srgbClr>
            </a:outerShdw>
          </a:effectLst>
          <a:latin typeface="+mn-lt"/>
          <a:ea typeface="+mn-ea"/>
          <a:cs typeface="+mn-cs"/>
        </a:defRPr>
      </a:lvl3pPr>
      <a:lvl4pPr marL="1371600" indent="-256032" algn="l" defTabSz="914400" rtl="0" eaLnBrk="1" latinLnBrk="0" hangingPunct="1">
        <a:spcBef>
          <a:spcPct val="20000"/>
        </a:spcBef>
        <a:buSzPct val="60000"/>
        <a:buFont typeface="Wingdings" pitchFamily="2" charset="2"/>
        <a:buChar char=""/>
        <a:defRPr sz="1600" kern="1200">
          <a:solidFill>
            <a:schemeClr val="tx1"/>
          </a:solidFill>
          <a:effectLst>
            <a:outerShdw blurRad="38100" dist="38100" dir="2700000" algn="tl">
              <a:srgbClr val="000000">
                <a:alpha val="43137"/>
              </a:srgbClr>
            </a:outerShdw>
          </a:effectLst>
          <a:latin typeface="+mn-lt"/>
          <a:ea typeface="+mn-ea"/>
          <a:cs typeface="+mn-cs"/>
        </a:defRPr>
      </a:lvl4pPr>
      <a:lvl5pPr marL="1645920" indent="-256032" algn="l" defTabSz="914400" rtl="0" eaLnBrk="1" latinLnBrk="0" hangingPunct="1">
        <a:spcBef>
          <a:spcPct val="20000"/>
        </a:spcBef>
        <a:buSzPct val="60000"/>
        <a:buFont typeface="Wingdings" pitchFamily="2" charset="2"/>
        <a:buChar char=""/>
        <a:defRPr sz="1500" kern="1200">
          <a:solidFill>
            <a:schemeClr val="tx1"/>
          </a:solidFill>
          <a:effectLst>
            <a:outerShdw blurRad="38100" dist="38100" dir="2700000" algn="tl">
              <a:srgbClr val="000000">
                <a:alpha val="43137"/>
              </a:srgbClr>
            </a:outerShdw>
          </a:effectLst>
          <a:latin typeface="+mn-lt"/>
          <a:ea typeface="+mn-ea"/>
          <a:cs typeface="+mn-cs"/>
        </a:defRPr>
      </a:lvl5pPr>
      <a:lvl6pPr marL="196596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6pPr>
      <a:lvl7pPr marL="224028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7pPr>
      <a:lvl8pPr marL="251460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8pPr>
      <a:lvl9pPr marL="283464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a:stretch>
            <a:fillRect/>
          </a:stretch>
        </p:blipFill>
        <p:spPr>
          <a:xfrm>
            <a:off x="7" y="10"/>
            <a:ext cx="12191984" cy="6857991"/>
          </a:xfrm>
          <a:prstGeom prst="rect">
            <a:avLst/>
          </a:prstGeom>
        </p:spPr>
      </p:pic>
      <p:sp>
        <p:nvSpPr>
          <p:cNvPr id="6" name="Rectangle 5"/>
          <p:cNvSpPr/>
          <p:nvPr/>
        </p:nvSpPr>
        <p:spPr>
          <a:xfrm>
            <a:off x="0" y="0"/>
            <a:ext cx="12192000" cy="6858000"/>
          </a:xfrm>
          <a:prstGeom prst="rect">
            <a:avLst/>
          </a:prstGeom>
          <a:gradFill flip="none" rotWithShape="1">
            <a:gsLst>
              <a:gs pos="0">
                <a:schemeClr val="accent4">
                  <a:lumMod val="0"/>
                  <a:lumOff val="100000"/>
                </a:schemeClr>
              </a:gs>
              <a:gs pos="35000">
                <a:schemeClr val="accent4">
                  <a:lumMod val="0"/>
                  <a:lumOff val="100000"/>
                  <a:alpha val="54000"/>
                </a:schemeClr>
              </a:gs>
              <a:gs pos="100000">
                <a:schemeClr val="accent4">
                  <a:lumMod val="100000"/>
                </a:schemeClr>
              </a:gs>
            </a:gsLst>
            <a:path path="circle">
              <a:fillToRect l="50000" t="-80000" r="50000" b="18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p:nvCxnSpPr>
        <p:spPr>
          <a:xfrm rot="254895">
            <a:off x="1244259" y="1587490"/>
            <a:ext cx="1378634" cy="3101380"/>
          </a:xfrm>
          <a:prstGeom prst="line">
            <a:avLst/>
          </a:prstGeom>
          <a:ln w="76200" cap="rnd">
            <a:solidFill>
              <a:schemeClr val="bg1"/>
            </a:solidFill>
            <a:round/>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254895" flipV="1">
            <a:off x="1414026" y="953161"/>
            <a:ext cx="1347430" cy="640621"/>
          </a:xfrm>
          <a:prstGeom prst="line">
            <a:avLst/>
          </a:prstGeom>
          <a:ln w="76200" cap="rnd">
            <a:solidFill>
              <a:schemeClr val="bg1"/>
            </a:solidFill>
            <a:round/>
          </a:ln>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rot="254895" flipV="1">
            <a:off x="2528004" y="4145838"/>
            <a:ext cx="1347430" cy="640621"/>
          </a:xfrm>
          <a:prstGeom prst="line">
            <a:avLst/>
          </a:prstGeom>
          <a:ln w="76200" cap="rnd">
            <a:solidFill>
              <a:schemeClr val="bg1"/>
            </a:solidFill>
            <a:round/>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rot="254895">
            <a:off x="2781579" y="1021138"/>
            <a:ext cx="434003" cy="871580"/>
          </a:xfrm>
          <a:prstGeom prst="line">
            <a:avLst/>
          </a:prstGeom>
          <a:ln w="76200" cap="rnd">
            <a:solidFill>
              <a:schemeClr val="bg1"/>
            </a:solidFill>
            <a:round/>
            <a:tailEnd type="ova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254895">
            <a:off x="3531651" y="3347833"/>
            <a:ext cx="428346" cy="836383"/>
          </a:xfrm>
          <a:prstGeom prst="line">
            <a:avLst/>
          </a:prstGeom>
          <a:ln w="76200" cap="rnd">
            <a:solidFill>
              <a:schemeClr val="bg1"/>
            </a:solidFill>
            <a:round/>
            <a:headEnd type="oval"/>
            <a:tailEnd type="non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145302" y="1610122"/>
            <a:ext cx="8474028" cy="1862048"/>
          </a:xfrm>
          <a:prstGeom prst="rect">
            <a:avLst/>
          </a:prstGeom>
          <a:noFill/>
        </p:spPr>
        <p:txBody>
          <a:bodyPr wrap="square" rtlCol="0">
            <a:spAutoFit/>
          </a:bodyPr>
          <a:lstStyle/>
          <a:p>
            <a:r>
              <a:rPr lang="en-US" sz="11500" spc="600" dirty="0">
                <a:solidFill>
                  <a:schemeClr val="bg1"/>
                </a:solidFill>
                <a:effectLst>
                  <a:outerShdw blurRad="50800" dist="38100" dir="5400000" algn="t" rotWithShape="0">
                    <a:prstClr val="black">
                      <a:alpha val="40000"/>
                    </a:prstClr>
                  </a:outerShdw>
                </a:effectLst>
                <a:latin typeface="Aptos" panose="020B0004020202020204" pitchFamily="34" charset="0"/>
              </a:rPr>
              <a:t>WELCOME</a:t>
            </a:r>
          </a:p>
        </p:txBody>
      </p:sp>
      <p:sp>
        <p:nvSpPr>
          <p:cNvPr id="25" name="Arrow: Right 24">
            <a:hlinkClick r:id="" action="ppaction://hlinkshowjump?jump=nextslide"/>
          </p:cNvPr>
          <p:cNvSpPr/>
          <p:nvPr/>
        </p:nvSpPr>
        <p:spPr>
          <a:xfrm>
            <a:off x="10743027" y="2321170"/>
            <a:ext cx="1172308" cy="438026"/>
          </a:xfrm>
          <a:prstGeom prst="rightArrow">
            <a:avLst/>
          </a:prstGeom>
          <a:solidFill>
            <a:schemeClr val="bg1"/>
          </a:solidFill>
          <a:ln>
            <a:noFill/>
          </a:ln>
          <a:scene3d>
            <a:camera prst="orthographicFront"/>
            <a:lightRig rig="threePt" dir="t"/>
          </a:scene3d>
          <a:sp3d>
            <a:bevelT w="101600" prst="ribl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1131280" y="5895929"/>
            <a:ext cx="9636369" cy="584775"/>
          </a:xfrm>
          <a:prstGeom prst="rect">
            <a:avLst/>
          </a:prstGeom>
          <a:noFill/>
        </p:spPr>
        <p:txBody>
          <a:bodyPr wrap="square" rtlCol="0">
            <a:spAutoFit/>
          </a:bodyPr>
          <a:lstStyle/>
          <a:p>
            <a:pPr algn="ctr"/>
            <a:r>
              <a:rPr lang="en-US" sz="3200" b="1" spc="600" dirty="0" smtClean="0">
                <a:solidFill>
                  <a:schemeClr val="bg1"/>
                </a:solidFill>
              </a:rPr>
              <a:t>Mobile Application Development</a:t>
            </a:r>
            <a:endParaRPr lang="en-US" sz="3200" b="1" spc="6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7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right)">
                                      <p:cBhvr>
                                        <p:cTn id="12" dur="75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75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75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down)">
                                      <p:cBhvr>
                                        <p:cTn id="27" dur="75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1000"/>
                                        <p:tgtEl>
                                          <p:spTgt spid="21"/>
                                        </p:tgtEl>
                                      </p:cBhvr>
                                    </p:animEffect>
                                  </p:childTnLst>
                                </p:cTn>
                              </p:par>
                            </p:childTnLst>
                          </p:cTn>
                        </p:par>
                        <p:par>
                          <p:cTn id="33" fill="hold">
                            <p:stCondLst>
                              <p:cond delay="1000"/>
                            </p:stCondLst>
                            <p:childTnLst>
                              <p:par>
                                <p:cTn id="34" presetID="26" presetClass="emph" presetSubtype="0" repeatCount="indefinite" fill="hold" grpId="1" nodeType="afterEffect">
                                  <p:stCondLst>
                                    <p:cond delay="0"/>
                                  </p:stCondLst>
                                  <p:endCondLst>
                                    <p:cond evt="onNext" delay="0">
                                      <p:tgtEl>
                                        <p:sldTgt/>
                                      </p:tgtEl>
                                    </p:cond>
                                  </p:endCondLst>
                                  <p:childTnLst>
                                    <p:animEffect transition="out" filter="fade">
                                      <p:cBhvr>
                                        <p:cTn id="35" dur="1000" tmFilter="0, 0; .2, .5; .8, .5; 1, 0"/>
                                        <p:tgtEl>
                                          <p:spTgt spid="21"/>
                                        </p:tgtEl>
                                      </p:cBhvr>
                                    </p:animEffect>
                                    <p:animScale>
                                      <p:cBhvr>
                                        <p:cTn id="36" dur="500" autoRev="1" fill="hold"/>
                                        <p:tgtEl>
                                          <p:spTgt spid="21"/>
                                        </p:tgtEl>
                                      </p:cBhvr>
                                      <p:by x="105000" y="105000"/>
                                    </p:animScale>
                                  </p:childTnLst>
                                </p:cTn>
                              </p:par>
                            </p:childTnLst>
                          </p:cTn>
                        </p:par>
                        <p:par>
                          <p:cTn id="37" fill="hold">
                            <p:stCondLst>
                              <p:cond delay="2000"/>
                            </p:stCondLst>
                            <p:childTnLst>
                              <p:par>
                                <p:cTn id="38" presetID="2" presetClass="entr" presetSubtype="4" fill="hold" grpId="0" nodeType="afterEffect">
                                  <p:stCondLst>
                                    <p:cond delay="0"/>
                                  </p:stCondLst>
                                  <p:childTnLst>
                                    <p:set>
                                      <p:cBhvr>
                                        <p:cTn id="39" dur="1" fill="hold">
                                          <p:stCondLst>
                                            <p:cond delay="0"/>
                                          </p:stCondLst>
                                        </p:cTn>
                                        <p:tgtEl>
                                          <p:spTgt spid="26"/>
                                        </p:tgtEl>
                                        <p:attrNameLst>
                                          <p:attrName>style.visibility</p:attrName>
                                        </p:attrNameLst>
                                      </p:cBhvr>
                                      <p:to>
                                        <p:strVal val="visible"/>
                                      </p:to>
                                    </p:set>
                                    <p:anim calcmode="lin" valueType="num">
                                      <p:cBhvr additive="base">
                                        <p:cTn id="40" dur="500" fill="hold"/>
                                        <p:tgtEl>
                                          <p:spTgt spid="26"/>
                                        </p:tgtEl>
                                        <p:attrNameLst>
                                          <p:attrName>ppt_x</p:attrName>
                                        </p:attrNameLst>
                                      </p:cBhvr>
                                      <p:tavLst>
                                        <p:tav tm="0">
                                          <p:val>
                                            <p:strVal val="#ppt_x"/>
                                          </p:val>
                                        </p:tav>
                                        <p:tav tm="100000">
                                          <p:val>
                                            <p:strVal val="#ppt_x"/>
                                          </p:val>
                                        </p:tav>
                                      </p:tavLst>
                                    </p:anim>
                                    <p:anim calcmode="lin" valueType="num">
                                      <p:cBhvr additive="base">
                                        <p:cTn id="41" dur="500" fill="hold"/>
                                        <p:tgtEl>
                                          <p:spTgt spid="26"/>
                                        </p:tgtEl>
                                        <p:attrNameLst>
                                          <p:attrName>ppt_y</p:attrName>
                                        </p:attrNameLst>
                                      </p:cBhvr>
                                      <p:tavLst>
                                        <p:tav tm="0">
                                          <p:val>
                                            <p:strVal val="1+#ppt_h/2"/>
                                          </p:val>
                                        </p:tav>
                                        <p:tav tm="100000">
                                          <p:val>
                                            <p:strVal val="#ppt_y"/>
                                          </p:val>
                                        </p:tav>
                                      </p:tavLst>
                                    </p:anim>
                                  </p:childTnLst>
                                </p:cTn>
                              </p:par>
                            </p:childTnLst>
                          </p:cTn>
                        </p:par>
                        <p:par>
                          <p:cTn id="42" fill="hold">
                            <p:stCondLst>
                              <p:cond delay="2500"/>
                            </p:stCondLst>
                            <p:childTnLst>
                              <p:par>
                                <p:cTn id="43" presetID="22" presetClass="entr" presetSubtype="8" fill="hold" grpId="0" nodeType="after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wipe(left)">
                                      <p:cBhvr>
                                        <p:cTn id="4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1" grpId="1"/>
      <p:bldP spid="25" grpId="0" animBg="1"/>
      <p:bldP spid="2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6753" y="1757038"/>
            <a:ext cx="11887200" cy="922020"/>
          </a:xfrm>
          <a:prstGeom prst="rect">
            <a:avLst/>
          </a:prstGeom>
          <a:solidFill>
            <a:schemeClr val="bg1">
              <a:lumMod val="95000"/>
              <a:lumOff val="5000"/>
            </a:schemeClr>
          </a:solidFill>
        </p:spPr>
        <p:txBody>
          <a:bodyPr wrap="square" rtlCol="0">
            <a:spAutoFit/>
          </a:bodyPr>
          <a:lstStyle/>
          <a:p>
            <a:pPr algn="ctr"/>
            <a:r>
              <a:rPr lang="en-US" sz="5400" dirty="0" smtClean="0">
                <a:latin typeface="Calibri" panose="020F0502020204030204" pitchFamily="34" charset="0"/>
                <a:cs typeface="Calibri" panose="020F0502020204030204" pitchFamily="34" charset="0"/>
              </a:rPr>
              <a:t>Fragment Life Cycle</a:t>
            </a:r>
            <a:endParaRPr lang="en-US" sz="5400" dirty="0">
              <a:latin typeface="Calibri" panose="020F0502020204030204" pitchFamily="34" charset="0"/>
              <a:cs typeface="Calibri" panose="020F0502020204030204" pitchFamily="34" charset="0"/>
            </a:endParaRPr>
          </a:p>
        </p:txBody>
      </p:sp>
      <p:sp>
        <p:nvSpPr>
          <p:cNvPr id="3" name="TextBox 2"/>
          <p:cNvSpPr txBox="1"/>
          <p:nvPr/>
        </p:nvSpPr>
        <p:spPr>
          <a:xfrm>
            <a:off x="196753" y="2707969"/>
            <a:ext cx="11887200" cy="2308324"/>
          </a:xfrm>
          <a:prstGeom prst="rect">
            <a:avLst/>
          </a:prstGeom>
          <a:solidFill>
            <a:schemeClr val="accent2"/>
          </a:solidFill>
        </p:spPr>
        <p:txBody>
          <a:bodyPr wrap="square" rtlCol="0">
            <a:spAutoFit/>
          </a:bodyPr>
          <a:lstStyle/>
          <a:p>
            <a:pPr indent="0" algn="ctr">
              <a:lnSpc>
                <a:spcPct val="150000"/>
              </a:lnSpc>
              <a:buFont typeface="Arial" panose="020B0604020202020204" pitchFamily="34" charset="0"/>
              <a:buNone/>
            </a:pPr>
            <a:r>
              <a:rPr lang="en-US" sz="3200" dirty="0" smtClean="0">
                <a:latin typeface="Calibri" panose="020F0502020204030204" pitchFamily="34" charset="0"/>
                <a:cs typeface="Calibri" panose="020F0502020204030204" pitchFamily="34" charset="0"/>
              </a:rPr>
              <a:t>Mobile Application Development</a:t>
            </a:r>
            <a:endParaRPr lang="en-US" sz="3200" dirty="0" smtClean="0">
              <a:latin typeface="Calibri" panose="020F0502020204030204" pitchFamily="34" charset="0"/>
              <a:cs typeface="Calibri" panose="020F0502020204030204" pitchFamily="34" charset="0"/>
            </a:endParaRPr>
          </a:p>
          <a:p>
            <a:pPr indent="0" algn="ctr">
              <a:lnSpc>
                <a:spcPct val="150000"/>
              </a:lnSpc>
              <a:buFont typeface="Arial" panose="020B0604020202020204" pitchFamily="34" charset="0"/>
              <a:buNone/>
            </a:pPr>
            <a:r>
              <a:rPr lang="en-US" sz="3200" dirty="0" smtClean="0">
                <a:latin typeface="Calibri" panose="020F0502020204030204" pitchFamily="34" charset="0"/>
                <a:cs typeface="Calibri" panose="020F0502020204030204" pitchFamily="34" charset="0"/>
              </a:rPr>
              <a:t>Lecture # </a:t>
            </a:r>
            <a:r>
              <a:rPr lang="en-US" sz="3200" dirty="0" smtClean="0">
                <a:latin typeface="Calibri" panose="020F0502020204030204" pitchFamily="34" charset="0"/>
                <a:cs typeface="Calibri" panose="020F0502020204030204" pitchFamily="34" charset="0"/>
              </a:rPr>
              <a:t>6</a:t>
            </a:r>
            <a:endParaRPr lang="en-US" sz="3200" dirty="0" smtClean="0">
              <a:latin typeface="Calibri" panose="020F0502020204030204" pitchFamily="34" charset="0"/>
              <a:cs typeface="Calibri" panose="020F0502020204030204" pitchFamily="34" charset="0"/>
            </a:endParaRPr>
          </a:p>
          <a:p>
            <a:pPr indent="0" algn="ctr">
              <a:lnSpc>
                <a:spcPct val="150000"/>
              </a:lnSpc>
              <a:buFont typeface="Arial" panose="020B0604020202020204" pitchFamily="34" charset="0"/>
              <a:buNone/>
            </a:pPr>
            <a:endParaRPr lang="en-US" sz="3200" dirty="0">
              <a:latin typeface="Calibri" panose="020F0502020204030204" pitchFamily="34" charset="0"/>
              <a:cs typeface="Calibri" panose="020F0502020204030204" pitchFamily="34" charset="0"/>
            </a:endParaRPr>
          </a:p>
        </p:txBody>
      </p:sp>
      <p:sp>
        <p:nvSpPr>
          <p:cNvPr id="5" name="Rectangle 4"/>
          <p:cNvSpPr/>
          <p:nvPr/>
        </p:nvSpPr>
        <p:spPr>
          <a:xfrm>
            <a:off x="10666484" y="55490"/>
            <a:ext cx="1493669" cy="971667"/>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Flowchart: Alternate Process 5"/>
          <p:cNvSpPr/>
          <p:nvPr/>
        </p:nvSpPr>
        <p:spPr>
          <a:xfrm>
            <a:off x="1674254" y="5151549"/>
            <a:ext cx="8474298" cy="1197736"/>
          </a:xfrm>
          <a:prstGeom prst="flowChartAlternateProcess">
            <a:avLst/>
          </a:prstGeom>
        </p:spPr>
        <p:style>
          <a:lnRef idx="2">
            <a:schemeClr val="dk1"/>
          </a:lnRef>
          <a:fillRef idx="1">
            <a:schemeClr val="lt1"/>
          </a:fillRef>
          <a:effectRef idx="0">
            <a:schemeClr val="dk1"/>
          </a:effectRef>
          <a:fontRef idx="minor">
            <a:schemeClr val="dk1"/>
          </a:fontRef>
        </p:style>
        <p:txBody>
          <a:bodyPr rtlCol="0" anchor="ctr">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n-US" sz="3200" b="1" i="1" cap="all" dirty="0" smtClean="0">
                <a:ln/>
                <a:solidFill>
                  <a:srgbClr val="FF0000"/>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Instructor: Muhammad Naeem Khan</a:t>
            </a:r>
            <a:endParaRPr lang="en-US" sz="3200" b="1" i="1" cap="all" dirty="0">
              <a:ln/>
              <a:solidFill>
                <a:srgbClr val="FF0000"/>
              </a:solidFill>
              <a:effectLst>
                <a:outerShdw blurRad="19685" dist="12700" dir="5400000" algn="tl" rotWithShape="0">
                  <a:schemeClr val="accent1">
                    <a:satMod val="130000"/>
                    <a:alpha val="60000"/>
                  </a:schemeClr>
                </a:outerShdw>
                <a:reflection blurRad="10000" stA="55000" endPos="48000" dist="500" dir="5400000" sy="-100000" algn="bl" rotWithShape="0"/>
              </a:effectLst>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down)">
                                      <p:cBhvr>
                                        <p:cTn id="25" dur="580">
                                          <p:stCondLst>
                                            <p:cond delay="0"/>
                                          </p:stCondLst>
                                        </p:cTn>
                                        <p:tgtEl>
                                          <p:spTgt spid="2"/>
                                        </p:tgtEl>
                                      </p:cBhvr>
                                    </p:animEffect>
                                    <p:anim calcmode="lin" valueType="num">
                                      <p:cBhvr>
                                        <p:cTn id="26"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31" dur="26">
                                          <p:stCondLst>
                                            <p:cond delay="650"/>
                                          </p:stCondLst>
                                        </p:cTn>
                                        <p:tgtEl>
                                          <p:spTgt spid="2"/>
                                        </p:tgtEl>
                                      </p:cBhvr>
                                      <p:to x="100000" y="60000"/>
                                    </p:animScale>
                                    <p:animScale>
                                      <p:cBhvr>
                                        <p:cTn id="32" dur="166" decel="50000">
                                          <p:stCondLst>
                                            <p:cond delay="676"/>
                                          </p:stCondLst>
                                        </p:cTn>
                                        <p:tgtEl>
                                          <p:spTgt spid="2"/>
                                        </p:tgtEl>
                                      </p:cBhvr>
                                      <p:to x="100000" y="100000"/>
                                    </p:animScale>
                                    <p:animScale>
                                      <p:cBhvr>
                                        <p:cTn id="33" dur="26">
                                          <p:stCondLst>
                                            <p:cond delay="1312"/>
                                          </p:stCondLst>
                                        </p:cTn>
                                        <p:tgtEl>
                                          <p:spTgt spid="2"/>
                                        </p:tgtEl>
                                      </p:cBhvr>
                                      <p:to x="100000" y="80000"/>
                                    </p:animScale>
                                    <p:animScale>
                                      <p:cBhvr>
                                        <p:cTn id="34" dur="166" decel="50000">
                                          <p:stCondLst>
                                            <p:cond delay="1338"/>
                                          </p:stCondLst>
                                        </p:cTn>
                                        <p:tgtEl>
                                          <p:spTgt spid="2"/>
                                        </p:tgtEl>
                                      </p:cBhvr>
                                      <p:to x="100000" y="100000"/>
                                    </p:animScale>
                                    <p:animScale>
                                      <p:cBhvr>
                                        <p:cTn id="35" dur="26">
                                          <p:stCondLst>
                                            <p:cond delay="1642"/>
                                          </p:stCondLst>
                                        </p:cTn>
                                        <p:tgtEl>
                                          <p:spTgt spid="2"/>
                                        </p:tgtEl>
                                      </p:cBhvr>
                                      <p:to x="100000" y="90000"/>
                                    </p:animScale>
                                    <p:animScale>
                                      <p:cBhvr>
                                        <p:cTn id="36" dur="166" decel="50000">
                                          <p:stCondLst>
                                            <p:cond delay="1668"/>
                                          </p:stCondLst>
                                        </p:cTn>
                                        <p:tgtEl>
                                          <p:spTgt spid="2"/>
                                        </p:tgtEl>
                                      </p:cBhvr>
                                      <p:to x="100000" y="100000"/>
                                    </p:animScale>
                                    <p:animScale>
                                      <p:cBhvr>
                                        <p:cTn id="37" dur="26">
                                          <p:stCondLst>
                                            <p:cond delay="1808"/>
                                          </p:stCondLst>
                                        </p:cTn>
                                        <p:tgtEl>
                                          <p:spTgt spid="2"/>
                                        </p:tgtEl>
                                      </p:cBhvr>
                                      <p:to x="100000" y="95000"/>
                                    </p:animScale>
                                    <p:animScale>
                                      <p:cBhvr>
                                        <p:cTn id="38" dur="166" decel="50000">
                                          <p:stCondLst>
                                            <p:cond delay="1834"/>
                                          </p:stCondLst>
                                        </p:cTn>
                                        <p:tgtEl>
                                          <p:spTgt spid="2"/>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circle(in)">
                                      <p:cBhvr>
                                        <p:cTn id="43"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4632" y="787306"/>
            <a:ext cx="11887200" cy="5632311"/>
          </a:xfrm>
          <a:prstGeom prst="rect">
            <a:avLst/>
          </a:prstGeom>
          <a:noFill/>
        </p:spPr>
        <p:txBody>
          <a:bodyPr wrap="square" rtlCol="0">
            <a:spAutoFit/>
          </a:bodyPr>
          <a:lstStyle/>
          <a:p>
            <a:pPr>
              <a:lnSpc>
                <a:spcPct val="200000"/>
              </a:lnSpc>
            </a:pPr>
            <a:r>
              <a:rPr lang="en-US" sz="2000" dirty="0">
                <a:latin typeface="Calibri" panose="020F0502020204030204" pitchFamily="34" charset="0"/>
                <a:cs typeface="Calibri" panose="020F0502020204030204" pitchFamily="34" charset="0"/>
              </a:rPr>
              <a:t>The Fragment lifecycle in Android refers to the series of events that a Fragment goes through from its creation to its destruction. A Fragment's lifecycle is closely tied to its parent Activity's lifecycle. When a Fragment is created, it goes through several </a:t>
            </a:r>
            <a:r>
              <a:rPr lang="en-US" sz="2000" dirty="0" smtClean="0">
                <a:latin typeface="Calibri" panose="020F0502020204030204" pitchFamily="34" charset="0"/>
                <a:cs typeface="Calibri" panose="020F0502020204030204" pitchFamily="34" charset="0"/>
              </a:rPr>
              <a:t>stages.</a:t>
            </a:r>
          </a:p>
          <a:p>
            <a:pPr>
              <a:lnSpc>
                <a:spcPct val="200000"/>
              </a:lnSpc>
            </a:pPr>
            <a:r>
              <a:rPr lang="en-US" sz="2000" dirty="0" smtClean="0">
                <a:latin typeface="Calibri" panose="020F0502020204030204" pitchFamily="34" charset="0"/>
                <a:cs typeface="Calibri" panose="020F0502020204030204" pitchFamily="34" charset="0"/>
              </a:rPr>
              <a:t>Including </a:t>
            </a:r>
            <a:r>
              <a:rPr lang="en-US" sz="2000" dirty="0" err="1">
                <a:latin typeface="Calibri" panose="020F0502020204030204" pitchFamily="34" charset="0"/>
                <a:cs typeface="Calibri" panose="020F0502020204030204" pitchFamily="34" charset="0"/>
              </a:rPr>
              <a:t>onAttach</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onCreate</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onCreateView</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onViewCreated</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onStart</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onResume</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onPause</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onStop</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onDestroyView</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onDestroy</a:t>
            </a:r>
            <a:r>
              <a:rPr lang="en-US" sz="2000" dirty="0">
                <a:latin typeface="Calibri" panose="020F0502020204030204" pitchFamily="34" charset="0"/>
                <a:cs typeface="Calibri" panose="020F0502020204030204" pitchFamily="34" charset="0"/>
              </a:rPr>
              <a:t>(), and </a:t>
            </a:r>
            <a:r>
              <a:rPr lang="en-US" sz="2000" dirty="0" err="1">
                <a:latin typeface="Calibri" panose="020F0502020204030204" pitchFamily="34" charset="0"/>
                <a:cs typeface="Calibri" panose="020F0502020204030204" pitchFamily="34" charset="0"/>
              </a:rPr>
              <a:t>onDetach</a:t>
            </a:r>
            <a:r>
              <a:rPr lang="en-US" sz="2000" dirty="0">
                <a:latin typeface="Calibri" panose="020F0502020204030204" pitchFamily="34" charset="0"/>
                <a:cs typeface="Calibri" panose="020F0502020204030204" pitchFamily="34" charset="0"/>
              </a:rPr>
              <a:t>(). </a:t>
            </a:r>
            <a:endParaRPr lang="en-US" sz="2000" dirty="0" smtClean="0">
              <a:latin typeface="Calibri" panose="020F0502020204030204" pitchFamily="34" charset="0"/>
              <a:cs typeface="Calibri" panose="020F0502020204030204" pitchFamily="34" charset="0"/>
            </a:endParaRPr>
          </a:p>
          <a:p>
            <a:pPr>
              <a:lnSpc>
                <a:spcPct val="200000"/>
              </a:lnSpc>
            </a:pPr>
            <a:r>
              <a:rPr lang="en-US" sz="2000" dirty="0" smtClean="0">
                <a:latin typeface="Calibri" panose="020F0502020204030204" pitchFamily="34" charset="0"/>
                <a:cs typeface="Calibri" panose="020F0502020204030204" pitchFamily="34" charset="0"/>
              </a:rPr>
              <a:t>These </a:t>
            </a:r>
            <a:r>
              <a:rPr lang="en-US" sz="2000" dirty="0">
                <a:latin typeface="Calibri" panose="020F0502020204030204" pitchFamily="34" charset="0"/>
                <a:cs typeface="Calibri" panose="020F0502020204030204" pitchFamily="34" charset="0"/>
              </a:rPr>
              <a:t>stages allow the Fragment to initialize its UI, bind to data, and respond to user interactions. As the Fragment's parent Activity goes through its own lifecycle stages, the Fragment's lifecycle is also affected, allowing it to adapt to changes in the Activity's state. Understanding the Fragment lifecycle is crucial for building robust and efficient Android apps.</a:t>
            </a:r>
            <a:endParaRPr lang="en-US" sz="2000" dirty="0">
              <a:latin typeface="Calibri" panose="020F0502020204030204" pitchFamily="34" charset="0"/>
              <a:cs typeface="Calibri" panose="020F0502020204030204" pitchFamily="34" charset="0"/>
            </a:endParaRPr>
          </a:p>
        </p:txBody>
      </p:sp>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246298" y="234136"/>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smtClean="0">
                <a:latin typeface="Calibri" panose="020F0502020204030204" pitchFamily="34" charset="0"/>
                <a:cs typeface="Calibri" panose="020F0502020204030204" pitchFamily="34" charset="0"/>
              </a:rPr>
              <a:t>Fragment Life Cycle</a:t>
            </a:r>
            <a:endParaRPr lang="en-US" sz="3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52654198"/>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246298" y="234136"/>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smtClean="0">
                <a:latin typeface="Calibri" panose="020F0502020204030204" pitchFamily="34" charset="0"/>
                <a:cs typeface="Calibri" panose="020F0502020204030204" pitchFamily="34" charset="0"/>
              </a:rPr>
              <a:t>Fragment Life Cycle</a:t>
            </a:r>
            <a:endParaRPr lang="en-US" sz="3600" dirty="0">
              <a:latin typeface="Calibri" panose="020F0502020204030204" pitchFamily="34" charset="0"/>
              <a:cs typeface="Calibri" panose="020F0502020204030204" pitchFamily="34" charset="0"/>
            </a:endParaRPr>
          </a:p>
        </p:txBody>
      </p:sp>
      <p:sp>
        <p:nvSpPr>
          <p:cNvPr id="7" name="Rounded Rectangle 6"/>
          <p:cNvSpPr/>
          <p:nvPr/>
        </p:nvSpPr>
        <p:spPr>
          <a:xfrm>
            <a:off x="104631" y="1022214"/>
            <a:ext cx="12055521" cy="5835786"/>
          </a:xfrm>
          <a:prstGeom prst="round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1357878"/>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4632" y="787306"/>
            <a:ext cx="11887200" cy="6186309"/>
          </a:xfrm>
          <a:prstGeom prst="rect">
            <a:avLst/>
          </a:prstGeom>
          <a:noFill/>
        </p:spPr>
        <p:txBody>
          <a:bodyPr wrap="square" rtlCol="0">
            <a:spAutoFit/>
          </a:bodyPr>
          <a:lstStyle/>
          <a:p>
            <a:pPr marL="457200" indent="-457200">
              <a:lnSpc>
                <a:spcPct val="200000"/>
              </a:lnSpc>
              <a:buAutoNum type="arabicPeriod"/>
            </a:pPr>
            <a:r>
              <a:rPr lang="en-US" dirty="0" err="1" smtClean="0">
                <a:latin typeface="Calibri" panose="020F0502020204030204" pitchFamily="34" charset="0"/>
                <a:cs typeface="Calibri" panose="020F0502020204030204" pitchFamily="34" charset="0"/>
              </a:rPr>
              <a:t>onAttach</a:t>
            </a:r>
            <a:r>
              <a:rPr lang="en-US" dirty="0">
                <a:latin typeface="Calibri" panose="020F0502020204030204" pitchFamily="34" charset="0"/>
                <a:cs typeface="Calibri" panose="020F0502020204030204" pitchFamily="34" charset="0"/>
              </a:rPr>
              <a:t>(): Called when the Fragment is attached to its parent Activity</a:t>
            </a:r>
            <a:r>
              <a:rPr lang="en-US" dirty="0" smtClean="0">
                <a:latin typeface="Calibri" panose="020F0502020204030204" pitchFamily="34" charset="0"/>
                <a:cs typeface="Calibri" panose="020F0502020204030204" pitchFamily="34" charset="0"/>
              </a:rPr>
              <a:t>.</a:t>
            </a:r>
          </a:p>
          <a:p>
            <a:pPr marL="457200" indent="-457200">
              <a:lnSpc>
                <a:spcPct val="200000"/>
              </a:lnSpc>
              <a:buAutoNum type="arabicPeriod"/>
            </a:pPr>
            <a:r>
              <a:rPr lang="en-US" dirty="0" err="1" smtClean="0">
                <a:latin typeface="Calibri" panose="020F0502020204030204" pitchFamily="34" charset="0"/>
                <a:cs typeface="Calibri" panose="020F0502020204030204" pitchFamily="34" charset="0"/>
              </a:rPr>
              <a:t>onCreate</a:t>
            </a:r>
            <a:r>
              <a:rPr lang="en-US" dirty="0">
                <a:latin typeface="Calibri" panose="020F0502020204030204" pitchFamily="34" charset="0"/>
                <a:cs typeface="Calibri" panose="020F0502020204030204" pitchFamily="34" charset="0"/>
              </a:rPr>
              <a:t>(): Called when the Fragment is </a:t>
            </a:r>
            <a:r>
              <a:rPr lang="en-US" dirty="0" smtClean="0">
                <a:latin typeface="Calibri" panose="020F0502020204030204" pitchFamily="34" charset="0"/>
                <a:cs typeface="Calibri" panose="020F0502020204030204" pitchFamily="34" charset="0"/>
              </a:rPr>
              <a:t>created.</a:t>
            </a:r>
          </a:p>
          <a:p>
            <a:pPr marL="457200" indent="-457200">
              <a:lnSpc>
                <a:spcPct val="200000"/>
              </a:lnSpc>
              <a:buAutoNum type="arabicPeriod"/>
            </a:pPr>
            <a:r>
              <a:rPr lang="en-US" dirty="0" err="1" smtClean="0">
                <a:latin typeface="Calibri" panose="020F0502020204030204" pitchFamily="34" charset="0"/>
                <a:cs typeface="Calibri" panose="020F0502020204030204" pitchFamily="34" charset="0"/>
              </a:rPr>
              <a:t>onCreateView</a:t>
            </a:r>
            <a:r>
              <a:rPr lang="en-US" dirty="0">
                <a:latin typeface="Calibri" panose="020F0502020204030204" pitchFamily="34" charset="0"/>
                <a:cs typeface="Calibri" panose="020F0502020204030204" pitchFamily="34" charset="0"/>
              </a:rPr>
              <a:t>(): Called when the Fragment's view is </a:t>
            </a:r>
            <a:r>
              <a:rPr lang="en-US" dirty="0" smtClean="0">
                <a:latin typeface="Calibri" panose="020F0502020204030204" pitchFamily="34" charset="0"/>
                <a:cs typeface="Calibri" panose="020F0502020204030204" pitchFamily="34" charset="0"/>
              </a:rPr>
              <a:t>created.</a:t>
            </a:r>
          </a:p>
          <a:p>
            <a:pPr marL="457200" indent="-457200">
              <a:lnSpc>
                <a:spcPct val="200000"/>
              </a:lnSpc>
              <a:buAutoNum type="arabicPeriod"/>
            </a:pPr>
            <a:r>
              <a:rPr lang="en-US" dirty="0" err="1" smtClean="0">
                <a:latin typeface="Calibri" panose="020F0502020204030204" pitchFamily="34" charset="0"/>
                <a:cs typeface="Calibri" panose="020F0502020204030204" pitchFamily="34" charset="0"/>
              </a:rPr>
              <a:t>onViewCreated</a:t>
            </a:r>
            <a:r>
              <a:rPr lang="en-US" dirty="0">
                <a:latin typeface="Calibri" panose="020F0502020204030204" pitchFamily="34" charset="0"/>
                <a:cs typeface="Calibri" panose="020F0502020204030204" pitchFamily="34" charset="0"/>
              </a:rPr>
              <a:t>(): Called when the Fragment's view is created and the view's hierarchy is </a:t>
            </a:r>
            <a:r>
              <a:rPr lang="en-US" dirty="0" smtClean="0">
                <a:latin typeface="Calibri" panose="020F0502020204030204" pitchFamily="34" charset="0"/>
                <a:cs typeface="Calibri" panose="020F0502020204030204" pitchFamily="34" charset="0"/>
              </a:rPr>
              <a:t>available.</a:t>
            </a:r>
          </a:p>
          <a:p>
            <a:pPr marL="457200" indent="-457200">
              <a:lnSpc>
                <a:spcPct val="200000"/>
              </a:lnSpc>
              <a:buAutoNum type="arabicPeriod"/>
            </a:pPr>
            <a:r>
              <a:rPr lang="en-US" dirty="0" err="1" smtClean="0">
                <a:latin typeface="Calibri" panose="020F0502020204030204" pitchFamily="34" charset="0"/>
                <a:cs typeface="Calibri" panose="020F0502020204030204" pitchFamily="34" charset="0"/>
              </a:rPr>
              <a:t>onStart</a:t>
            </a:r>
            <a:r>
              <a:rPr lang="en-US" dirty="0">
                <a:latin typeface="Calibri" panose="020F0502020204030204" pitchFamily="34" charset="0"/>
                <a:cs typeface="Calibri" panose="020F0502020204030204" pitchFamily="34" charset="0"/>
              </a:rPr>
              <a:t>(): Called when the Fragment becomes </a:t>
            </a:r>
            <a:r>
              <a:rPr lang="en-US" dirty="0" smtClean="0">
                <a:latin typeface="Calibri" panose="020F0502020204030204" pitchFamily="34" charset="0"/>
                <a:cs typeface="Calibri" panose="020F0502020204030204" pitchFamily="34" charset="0"/>
              </a:rPr>
              <a:t>visible.</a:t>
            </a:r>
          </a:p>
          <a:p>
            <a:pPr marL="457200" indent="-457200">
              <a:lnSpc>
                <a:spcPct val="200000"/>
              </a:lnSpc>
              <a:buAutoNum type="arabicPeriod"/>
            </a:pPr>
            <a:r>
              <a:rPr lang="en-US" dirty="0" err="1" smtClean="0">
                <a:latin typeface="Calibri" panose="020F0502020204030204" pitchFamily="34" charset="0"/>
                <a:cs typeface="Calibri" panose="020F0502020204030204" pitchFamily="34" charset="0"/>
              </a:rPr>
              <a:t>onResume</a:t>
            </a:r>
            <a:r>
              <a:rPr lang="en-US" dirty="0">
                <a:latin typeface="Calibri" panose="020F0502020204030204" pitchFamily="34" charset="0"/>
                <a:cs typeface="Calibri" panose="020F0502020204030204" pitchFamily="34" charset="0"/>
              </a:rPr>
              <a:t>(): Called when the Fragment becomes active and is visible to the </a:t>
            </a:r>
            <a:r>
              <a:rPr lang="en-US" dirty="0" smtClean="0">
                <a:latin typeface="Calibri" panose="020F0502020204030204" pitchFamily="34" charset="0"/>
                <a:cs typeface="Calibri" panose="020F0502020204030204" pitchFamily="34" charset="0"/>
              </a:rPr>
              <a:t>user.</a:t>
            </a:r>
          </a:p>
          <a:p>
            <a:pPr marL="457200" indent="-457200">
              <a:lnSpc>
                <a:spcPct val="200000"/>
              </a:lnSpc>
              <a:buAutoNum type="arabicPeriod"/>
            </a:pPr>
            <a:r>
              <a:rPr lang="en-US" dirty="0" err="1" smtClean="0">
                <a:latin typeface="Calibri" panose="020F0502020204030204" pitchFamily="34" charset="0"/>
                <a:cs typeface="Calibri" panose="020F0502020204030204" pitchFamily="34" charset="0"/>
              </a:rPr>
              <a:t>onPause</a:t>
            </a:r>
            <a:r>
              <a:rPr lang="en-US" dirty="0">
                <a:latin typeface="Calibri" panose="020F0502020204030204" pitchFamily="34" charset="0"/>
                <a:cs typeface="Calibri" panose="020F0502020204030204" pitchFamily="34" charset="0"/>
              </a:rPr>
              <a:t>(): Called when the Fragment is paused and partially </a:t>
            </a:r>
            <a:r>
              <a:rPr lang="en-US" dirty="0" smtClean="0">
                <a:latin typeface="Calibri" panose="020F0502020204030204" pitchFamily="34" charset="0"/>
                <a:cs typeface="Calibri" panose="020F0502020204030204" pitchFamily="34" charset="0"/>
              </a:rPr>
              <a:t>hidden.</a:t>
            </a:r>
          </a:p>
          <a:p>
            <a:pPr marL="457200" indent="-457200">
              <a:lnSpc>
                <a:spcPct val="200000"/>
              </a:lnSpc>
              <a:buAutoNum type="arabicPeriod"/>
            </a:pPr>
            <a:r>
              <a:rPr lang="en-US" dirty="0" err="1" smtClean="0">
                <a:latin typeface="Calibri" panose="020F0502020204030204" pitchFamily="34" charset="0"/>
                <a:cs typeface="Calibri" panose="020F0502020204030204" pitchFamily="34" charset="0"/>
              </a:rPr>
              <a:t>onStop</a:t>
            </a:r>
            <a:r>
              <a:rPr lang="en-US" dirty="0">
                <a:latin typeface="Calibri" panose="020F0502020204030204" pitchFamily="34" charset="0"/>
                <a:cs typeface="Calibri" panose="020F0502020204030204" pitchFamily="34" charset="0"/>
              </a:rPr>
              <a:t>(): Called when the Fragment is stopped and completely </a:t>
            </a:r>
            <a:r>
              <a:rPr lang="en-US" dirty="0" smtClean="0">
                <a:latin typeface="Calibri" panose="020F0502020204030204" pitchFamily="34" charset="0"/>
                <a:cs typeface="Calibri" panose="020F0502020204030204" pitchFamily="34" charset="0"/>
              </a:rPr>
              <a:t>hidden.</a:t>
            </a:r>
          </a:p>
          <a:p>
            <a:pPr marL="457200" indent="-457200">
              <a:lnSpc>
                <a:spcPct val="200000"/>
              </a:lnSpc>
              <a:buAutoNum type="arabicPeriod"/>
            </a:pPr>
            <a:r>
              <a:rPr lang="en-US" dirty="0" err="1" smtClean="0">
                <a:latin typeface="Calibri" panose="020F0502020204030204" pitchFamily="34" charset="0"/>
                <a:cs typeface="Calibri" panose="020F0502020204030204" pitchFamily="34" charset="0"/>
              </a:rPr>
              <a:t>onDestroyView</a:t>
            </a:r>
            <a:r>
              <a:rPr lang="en-US" dirty="0">
                <a:latin typeface="Calibri" panose="020F0502020204030204" pitchFamily="34" charset="0"/>
                <a:cs typeface="Calibri" panose="020F0502020204030204" pitchFamily="34" charset="0"/>
              </a:rPr>
              <a:t>(): Called when the Fragment's view is </a:t>
            </a:r>
            <a:r>
              <a:rPr lang="en-US" dirty="0" smtClean="0">
                <a:latin typeface="Calibri" panose="020F0502020204030204" pitchFamily="34" charset="0"/>
                <a:cs typeface="Calibri" panose="020F0502020204030204" pitchFamily="34" charset="0"/>
              </a:rPr>
              <a:t>destroyed.</a:t>
            </a:r>
          </a:p>
          <a:p>
            <a:pPr marL="457200" indent="-457200">
              <a:lnSpc>
                <a:spcPct val="200000"/>
              </a:lnSpc>
              <a:buAutoNum type="arabicPeriod"/>
            </a:pPr>
            <a:r>
              <a:rPr lang="en-US" dirty="0" err="1" smtClean="0">
                <a:latin typeface="Calibri" panose="020F0502020204030204" pitchFamily="34" charset="0"/>
                <a:cs typeface="Calibri" panose="020F0502020204030204" pitchFamily="34" charset="0"/>
              </a:rPr>
              <a:t>onDestroy</a:t>
            </a:r>
            <a:r>
              <a:rPr lang="en-US" dirty="0">
                <a:latin typeface="Calibri" panose="020F0502020204030204" pitchFamily="34" charset="0"/>
                <a:cs typeface="Calibri" panose="020F0502020204030204" pitchFamily="34" charset="0"/>
              </a:rPr>
              <a:t>(): Called when the Fragment is </a:t>
            </a:r>
            <a:r>
              <a:rPr lang="en-US" dirty="0" smtClean="0">
                <a:latin typeface="Calibri" panose="020F0502020204030204" pitchFamily="34" charset="0"/>
                <a:cs typeface="Calibri" panose="020F0502020204030204" pitchFamily="34" charset="0"/>
              </a:rPr>
              <a:t>destroyed.</a:t>
            </a:r>
          </a:p>
          <a:p>
            <a:pPr marL="457200" indent="-457200">
              <a:lnSpc>
                <a:spcPct val="200000"/>
              </a:lnSpc>
              <a:buAutoNum type="arabicPeriod"/>
            </a:pPr>
            <a:r>
              <a:rPr lang="en-US" dirty="0" err="1" smtClean="0">
                <a:latin typeface="Calibri" panose="020F0502020204030204" pitchFamily="34" charset="0"/>
                <a:cs typeface="Calibri" panose="020F0502020204030204" pitchFamily="34" charset="0"/>
              </a:rPr>
              <a:t>onDetach</a:t>
            </a:r>
            <a:r>
              <a:rPr lang="en-US" dirty="0">
                <a:latin typeface="Calibri" panose="020F0502020204030204" pitchFamily="34" charset="0"/>
                <a:cs typeface="Calibri" panose="020F0502020204030204" pitchFamily="34" charset="0"/>
              </a:rPr>
              <a:t>(): Called when the Fragment is detached from its parent Activity.</a:t>
            </a:r>
            <a:endParaRPr lang="en-US" dirty="0">
              <a:latin typeface="Calibri" panose="020F0502020204030204" pitchFamily="34" charset="0"/>
              <a:cs typeface="Calibri" panose="020F0502020204030204" pitchFamily="34" charset="0"/>
            </a:endParaRPr>
          </a:p>
        </p:txBody>
      </p:sp>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smtClean="0">
                <a:latin typeface="Calibri" panose="020F0502020204030204" pitchFamily="34" charset="0"/>
                <a:cs typeface="Calibri" panose="020F0502020204030204" pitchFamily="34" charset="0"/>
              </a:rPr>
              <a:t>Fragment Life Cycle </a:t>
            </a:r>
            <a:r>
              <a:rPr lang="en-US" sz="3600" dirty="0">
                <a:latin typeface="Calibri" panose="020F0502020204030204" pitchFamily="34" charset="0"/>
                <a:cs typeface="Calibri" panose="020F0502020204030204" pitchFamily="34" charset="0"/>
              </a:rPr>
              <a:t>Methods</a:t>
            </a:r>
            <a:endParaRPr lang="en-US" sz="3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78553323"/>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Effect transition="in" filter="fade">
                                      <p:cBhvr>
                                        <p:cTn id="77" dur="1000"/>
                                        <p:tgtEl>
                                          <p:spTgt spid="3">
                                            <p:txEl>
                                              <p:pRg st="10" end="10"/>
                                            </p:txEl>
                                          </p:spTgt>
                                        </p:tgtEl>
                                      </p:cBhvr>
                                    </p:animEffect>
                                    <p:anim calcmode="lin" valueType="num">
                                      <p:cBhvr>
                                        <p:cTn id="7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37230" y="313899"/>
            <a:ext cx="10795379" cy="4339650"/>
          </a:xfrm>
          <a:prstGeom prst="rect">
            <a:avLst/>
          </a:prstGeom>
          <a:noFill/>
        </p:spPr>
        <p:txBody>
          <a:bodyPr wrap="square" rtlCol="0">
            <a:spAutoFit/>
          </a:bodyPr>
          <a:lstStyle/>
          <a:p>
            <a:pPr algn="ctr"/>
            <a:endParaRPr lang="en-US" sz="13800" dirty="0">
              <a:latin typeface="Calibri" panose="020F0502020204030204" pitchFamily="34" charset="0"/>
              <a:cs typeface="Calibri" panose="020F0502020204030204" pitchFamily="34" charset="0"/>
            </a:endParaRPr>
          </a:p>
          <a:p>
            <a:pPr algn="ctr"/>
            <a:r>
              <a:rPr lang="en-US" sz="13800" dirty="0">
                <a:effectLst>
                  <a:outerShdw blurRad="50800" dist="38100" dir="2700000" algn="tl" rotWithShape="0">
                    <a:prstClr val="black">
                      <a:alpha val="40000"/>
                    </a:prstClr>
                  </a:outerShdw>
                </a:effectLst>
                <a:latin typeface="Algerian" panose="04020705040A02060702" pitchFamily="82" charset="0"/>
                <a:cs typeface="Calibri" panose="020F0502020204030204" pitchFamily="34" charset="0"/>
              </a:rPr>
              <a:t>Thank You</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lemental">
  <a:themeElements>
    <a:clrScheme name="Elemental">
      <a:dk1>
        <a:sysClr val="windowText" lastClr="000000"/>
      </a:dk1>
      <a:lt1>
        <a:sysClr val="window" lastClr="FFFFFF"/>
      </a:lt1>
      <a:dk2>
        <a:srgbClr val="242852"/>
      </a:dk2>
      <a:lt2>
        <a:srgbClr val="ACCBF9"/>
      </a:lt2>
      <a:accent1>
        <a:srgbClr val="629DD1"/>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Elemental">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glow" dir="tl">
              <a:rot lat="0" lon="0" rev="19800000"/>
            </a:lightRig>
          </a:scene3d>
          <a:sp3d prstMaterial="metal">
            <a:bevelT w="38100" h="3810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50800" h="50800"/>
          </a:sp3d>
        </a:effectStyle>
      </a:effectStyleLst>
      <a:bgFillStyleLst>
        <a:solidFill>
          <a:schemeClr val="phClr"/>
        </a:solidFill>
        <a:gradFill rotWithShape="1">
          <a:gsLst>
            <a:gs pos="0">
              <a:schemeClr val="phClr">
                <a:tint val="95000"/>
              </a:schemeClr>
            </a:gs>
            <a:gs pos="100000">
              <a:schemeClr val="phClr">
                <a:shade val="40000"/>
                <a:satMod val="180000"/>
              </a:schemeClr>
            </a:gs>
          </a:gsLst>
          <a:lin ang="5400000" scaled="0"/>
        </a:gradFill>
        <a:blipFill>
          <a:blip xmlns:r="http://schemas.openxmlformats.org/officeDocument/2006/relationships" r:embed="rId1">
            <a:duotone>
              <a:schemeClr val="phClr">
                <a:shade val="14000"/>
                <a:satMod val="280000"/>
              </a:schemeClr>
              <a:schemeClr val="phClr">
                <a:tint val="60000"/>
                <a:satMod val="12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Elemental</Template>
  <TotalTime>455</TotalTime>
  <Words>293</Words>
  <Application>Microsoft Office PowerPoint</Application>
  <PresentationFormat>Custom</PresentationFormat>
  <Paragraphs>25</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Elemental</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Muhammad Naeem Khan</dc:creator>
  <cp:lastModifiedBy>Muhammad Naeem Khan</cp:lastModifiedBy>
  <cp:revision>47</cp:revision>
  <dcterms:created xsi:type="dcterms:W3CDTF">2024-11-04T05:04:00Z</dcterms:created>
  <dcterms:modified xsi:type="dcterms:W3CDTF">2024-12-07T04:37:22Z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92ED70D60F184857A85F9A485E7AD0CC_12</vt:lpwstr>
  </property>
  <property fmtid="{D5CDD505-2E9C-101B-9397-08002B2CF9AE}" pid="3" name="KSOProductBuildVer">
    <vt:lpwstr>1033-12.2.0.18911</vt:lpwstr>
  </property>
</Properties>
</file>