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4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320" r:id="rId4"/>
    <p:sldId id="321" r:id="rId5"/>
    <p:sldId id="322" r:id="rId6"/>
    <p:sldId id="323" r:id="rId7"/>
    <p:sldId id="324" r:id="rId8"/>
    <p:sldId id="325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38400" y="3159761"/>
            <a:ext cx="6096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320" y="1219200"/>
            <a:ext cx="100584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375491"/>
            <a:ext cx="82296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89600" y="4074498"/>
            <a:ext cx="6096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4267368"/>
            <a:ext cx="49784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0" y="1905000"/>
            <a:ext cx="804672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792224" y="658368"/>
            <a:ext cx="4364736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6705600" y="658369"/>
            <a:ext cx="4364736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816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2224" y="1371600"/>
            <a:ext cx="43688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0560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05600" y="1371600"/>
            <a:ext cx="4364736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408853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3707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05227" y="1774588"/>
            <a:ext cx="6096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685801"/>
            <a:ext cx="57912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0" y="685801"/>
            <a:ext cx="34544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5600" y="612776"/>
            <a:ext cx="89408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0" y="3453047"/>
            <a:ext cx="67056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7136" y="3331464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4800" y="685802"/>
            <a:ext cx="77216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2800" y="609601"/>
            <a:ext cx="28448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0800" y="685801"/>
            <a:ext cx="67056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830961" y="1038441"/>
            <a:ext cx="965416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557464" y="419133"/>
            <a:ext cx="5538472" cy="597394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4370607" y="116855"/>
            <a:ext cx="8639149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320" y="4876800"/>
            <a:ext cx="10058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800" y="685802"/>
            <a:ext cx="8128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5473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92A59E04-BC48-4C3C-B2CF-95287A202A1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154739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80" y="5842000"/>
            <a:ext cx="28448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895929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600" dirty="0" smtClean="0">
                <a:solidFill>
                  <a:schemeClr val="bg1"/>
                </a:solidFill>
              </a:rPr>
              <a:t>Mobile Application Development</a:t>
            </a:r>
            <a:endParaRPr lang="en-US" sz="3200" b="1" spc="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202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Android Architecture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Application Development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Lecture #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246298" y="234136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Android Architecture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2580" y="1022214"/>
            <a:ext cx="10084158" cy="5835786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5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2333685"/>
            <a:ext cx="11463798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is like heart of android operating system and present at the bottom of android architecture.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contains essential hardware drivers like display, audio, camera, Bluetooth,  Wi-Fi etc..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also provide functionalities such as power management, process management and memory management.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provide a level of abstraction between device hardware and upper layers of android stack.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Linux kernel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0388" y="1215397"/>
            <a:ext cx="10198467" cy="102552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2333685"/>
            <a:ext cx="114637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Above Linux kernel there are native libraries such as SQLite, Web-kit, Open-GL, SSL etc.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SQLite – It provide various classes used for database management.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Web-Kit – it is a web browser engine used to display Internet content.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SSL – it provides Internet security.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Open-GL – it is a Java interface to the OpenGL ES 3D graphics rendering API.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Libraries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0388" y="1215397"/>
            <a:ext cx="4905251" cy="102552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97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2333685"/>
            <a:ext cx="114637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is a third section which is also present on the second layer from bottom of Android Architecture.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Android runtime provides core libraries and </a:t>
            </a:r>
            <a:r>
              <a:rPr lang="en-US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Dalvik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virtual Machine(DVM).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These core libraries enable Android developers to write Android applications using standard Java programming language.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DVM is a major component of Android OS. It is same like Java Virtual Machine.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DVM is responsible for runnin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g Android applications. It consumes less memory and provides very fast performance.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Android Run Time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30389" y="1022214"/>
            <a:ext cx="3346907" cy="1489166"/>
          </a:xfrm>
          <a:prstGeom prst="roundRect">
            <a:avLst>
              <a:gd name="adj" fmla="val 50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9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2333685"/>
            <a:ext cx="11463798" cy="368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is th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 fourth section and third layer present on the top of native libraries and android runtime.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provides various API’s like activity manager, resource manager, content provider, telephony manager etc.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These API’s are used by Android application developers.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Application Framework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30389" y="1022214"/>
            <a:ext cx="10536095" cy="1311471"/>
          </a:xfrm>
          <a:prstGeom prst="roundRect">
            <a:avLst>
              <a:gd name="adj" fmla="val 50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6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2333685"/>
            <a:ext cx="11463798" cy="146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Applications layer is present at the top. Various applications created by developers like games, contacts and browsers are installed on this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Application Framework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30389" y="1022214"/>
            <a:ext cx="10536095" cy="1311471"/>
          </a:xfrm>
          <a:prstGeom prst="roundRect">
            <a:avLst>
              <a:gd name="adj" fmla="val 50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1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512</TotalTime>
  <Words>313</Words>
  <Application>Microsoft Office PowerPoint</Application>
  <PresentationFormat>Custom</PresentationFormat>
  <Paragraphs>32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Elemental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Muhammad Naeem Khan</cp:lastModifiedBy>
  <cp:revision>53</cp:revision>
  <dcterms:created xsi:type="dcterms:W3CDTF">2024-11-04T05:04:00Z</dcterms:created>
  <dcterms:modified xsi:type="dcterms:W3CDTF">2024-12-10T04:16:59Z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