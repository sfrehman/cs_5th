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277" r:id="rId9"/>
    <p:sldId id="27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F1D204-F628-414E-98CE-06CDCEC7CF87}" type="doc">
      <dgm:prSet loTypeId="urn:microsoft.com/office/officeart/2008/layout/PictureAccentBlocks" loCatId="picture" qsTypeId="urn:microsoft.com/office/officeart/2005/8/quickstyle/simple1" qsCatId="simple" csTypeId="urn:microsoft.com/office/officeart/2005/8/colors/accent1_2" csCatId="accent1" phldr="1"/>
      <dgm:spPr/>
    </dgm:pt>
    <dgm:pt modelId="{7D0C6290-732F-47F0-A2F7-A325E8074BC9}">
      <dgm:prSet phldrT="[Text]" phldr="1"/>
      <dgm:spPr/>
      <dgm:t>
        <a:bodyPr/>
        <a:lstStyle/>
        <a:p>
          <a:endParaRPr lang="en-US" dirty="0"/>
        </a:p>
      </dgm:t>
    </dgm:pt>
    <dgm:pt modelId="{84FF0EBB-FAAD-411D-87CB-C75BFF82C023}" type="parTrans" cxnId="{6D344F8E-A3F8-4A2B-ABCA-B5647A9E560E}">
      <dgm:prSet/>
      <dgm:spPr/>
      <dgm:t>
        <a:bodyPr/>
        <a:lstStyle/>
        <a:p>
          <a:endParaRPr lang="en-US"/>
        </a:p>
      </dgm:t>
    </dgm:pt>
    <dgm:pt modelId="{4B522399-C398-4BCD-ABE5-AB747603B217}" type="sibTrans" cxnId="{6D344F8E-A3F8-4A2B-ABCA-B5647A9E560E}">
      <dgm:prSet/>
      <dgm:spPr/>
      <dgm:t>
        <a:bodyPr/>
        <a:lstStyle/>
        <a:p>
          <a:endParaRPr lang="en-US"/>
        </a:p>
      </dgm:t>
    </dgm:pt>
    <dgm:pt modelId="{0A4DCDB8-38E0-4367-84DF-2C5A8E7097E7}" type="pres">
      <dgm:prSet presAssocID="{F9F1D204-F628-414E-98CE-06CDCEC7CF87}" presName="Name0" presStyleCnt="0">
        <dgm:presLayoutVars>
          <dgm:dir/>
        </dgm:presLayoutVars>
      </dgm:prSet>
      <dgm:spPr/>
    </dgm:pt>
    <dgm:pt modelId="{3C5313FA-FB05-420E-B344-670269BE4C73}" type="pres">
      <dgm:prSet presAssocID="{7D0C6290-732F-47F0-A2F7-A325E8074BC9}" presName="composite" presStyleCnt="0"/>
      <dgm:spPr/>
    </dgm:pt>
    <dgm:pt modelId="{74896ABD-18B1-4AF9-8315-1DDE7254AA80}" type="pres">
      <dgm:prSet presAssocID="{7D0C6290-732F-47F0-A2F7-A325E8074BC9}" presName="Image" presStyleLbl="alignNode1" presStyleIdx="0" presStyleCnt="1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1C6291B-3014-4018-B48B-2FBB92C6EC1B}" type="pres">
      <dgm:prSet presAssocID="{7D0C6290-732F-47F0-A2F7-A325E8074BC9}" presName="Parent" presStyleLbl="revTx" presStyleIdx="0" presStyleCnt="1">
        <dgm:presLayoutVars>
          <dgm:bulletEnabled val="1"/>
        </dgm:presLayoutVars>
      </dgm:prSet>
      <dgm:spPr/>
    </dgm:pt>
  </dgm:ptLst>
  <dgm:cxnLst>
    <dgm:cxn modelId="{6D344F8E-A3F8-4A2B-ABCA-B5647A9E560E}" srcId="{F9F1D204-F628-414E-98CE-06CDCEC7CF87}" destId="{7D0C6290-732F-47F0-A2F7-A325E8074BC9}" srcOrd="0" destOrd="0" parTransId="{84FF0EBB-FAAD-411D-87CB-C75BFF82C023}" sibTransId="{4B522399-C398-4BCD-ABE5-AB747603B217}"/>
    <dgm:cxn modelId="{843AFC94-2D38-4A5E-BC43-D03C2A3DCAA3}" type="presOf" srcId="{F9F1D204-F628-414E-98CE-06CDCEC7CF87}" destId="{0A4DCDB8-38E0-4367-84DF-2C5A8E7097E7}" srcOrd="0" destOrd="0" presId="urn:microsoft.com/office/officeart/2008/layout/PictureAccentBlocks"/>
    <dgm:cxn modelId="{6EFAEABA-A4E5-40B3-972A-3A7B579FECEB}" type="presOf" srcId="{7D0C6290-732F-47F0-A2F7-A325E8074BC9}" destId="{A1C6291B-3014-4018-B48B-2FBB92C6EC1B}" srcOrd="0" destOrd="0" presId="urn:microsoft.com/office/officeart/2008/layout/PictureAccentBlocks"/>
    <dgm:cxn modelId="{92296D11-9A38-4E4B-92B7-3661AC799083}" type="presParOf" srcId="{0A4DCDB8-38E0-4367-84DF-2C5A8E7097E7}" destId="{3C5313FA-FB05-420E-B344-670269BE4C73}" srcOrd="0" destOrd="0" presId="urn:microsoft.com/office/officeart/2008/layout/PictureAccentBlocks"/>
    <dgm:cxn modelId="{80BCDCC4-E941-4EBB-8CB7-13D3308DD3FC}" type="presParOf" srcId="{3C5313FA-FB05-420E-B344-670269BE4C73}" destId="{74896ABD-18B1-4AF9-8315-1DDE7254AA80}" srcOrd="0" destOrd="0" presId="urn:microsoft.com/office/officeart/2008/layout/PictureAccentBlocks"/>
    <dgm:cxn modelId="{6181BD07-F4B7-4DB4-B493-D13D6620AB76}" type="presParOf" srcId="{3C5313FA-FB05-420E-B344-670269BE4C73}" destId="{A1C6291B-3014-4018-B48B-2FBB92C6EC1B}" srcOrd="1" destOrd="0" presId="urn:microsoft.com/office/officeart/2008/layout/PictureAccent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96ABD-18B1-4AF9-8315-1DDE7254AA80}">
      <dsp:nvSpPr>
        <dsp:cNvPr id="0" name=""/>
        <dsp:cNvSpPr/>
      </dsp:nvSpPr>
      <dsp:spPr>
        <a:xfrm>
          <a:off x="298733" y="197630"/>
          <a:ext cx="1493669" cy="149366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6291B-3014-4018-B48B-2FBB92C6EC1B}">
      <dsp:nvSpPr>
        <dsp:cNvPr id="0" name=""/>
        <dsp:cNvSpPr/>
      </dsp:nvSpPr>
      <dsp:spPr>
        <a:xfrm rot="16200000">
          <a:off x="-597467" y="795098"/>
          <a:ext cx="1493669" cy="298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-597467" y="795098"/>
        <a:ext cx="1493669" cy="298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Blocks">
  <dgm:title val=""/>
  <dgm:desc val=""/>
  <dgm:catLst>
    <dgm:cat type="picture" pri="12000"/>
    <dgm:cat type="pictureconvert" pri="1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gt" val="5">
        <dgm:choose name="Name3">
          <dgm:if name="Name4" func="var" arg="dir" op="equ" val="norm">
            <dgm:alg type="snake">
              <dgm:param type="grDir" val="bL"/>
              <dgm:param type="bkpt" val="fixed"/>
              <dgm:param type="bkPtFixedVal" val="3"/>
              <dgm:param type="off" val="off"/>
              <dgm:param type="horzAlign" val="r"/>
              <dgm:param type="vertAlign" val="b"/>
            </dgm:alg>
          </dgm:if>
          <dgm:else name="Name5">
            <dgm:alg type="snake">
              <dgm:param type="grDir" val="bR"/>
              <dgm:param type="bkpt" val="fixed"/>
              <dgm:param type="bkPtFixedVal" val="3"/>
              <dgm:param type="off" val="off"/>
              <dgm:param type="horzAlign" val="l"/>
              <dgm:param type="vertAlign" val="b"/>
            </dgm:alg>
          </dgm:else>
        </dgm:choose>
      </dgm:if>
      <dgm:else name="Name6">
        <dgm:choose name="Name7">
          <dgm:if name="Name8" func="var" arg="dir" op="equ" val="norm">
            <dgm:alg type="snake">
              <dgm:param type="grDir" val="bL"/>
              <dgm:param type="bkpt" val="fixed"/>
              <dgm:param type="bkPtFixedVal" val="2"/>
              <dgm:param type="off" val="off"/>
              <dgm:param type="horzAlign" val="r"/>
              <dgm:param type="vertAlign" val="b"/>
            </dgm:alg>
          </dgm:if>
          <dgm:else name="Name9">
            <dgm:alg type="snake">
              <dgm:param type="grDir" val="bR"/>
              <dgm:param type="bkpt" val="fixed"/>
              <dgm:param type="bkPtFixedVal" val="2"/>
              <dgm:param type="off" val="off"/>
              <dgm:param type="horzAlign" val="l"/>
              <dgm:param type="vertAlign" val="b"/>
            </dgm:alg>
          </dgm:else>
        </dgm:choose>
      </dgm:else>
    </dgm:choose>
    <dgm:shape xmlns:r="http://schemas.openxmlformats.org/officeDocument/2006/relationships" r:blip="">
      <dgm:adjLst/>
    </dgm:shape>
    <dgm:constrLst>
      <dgm:constr type="alignOff" val="1"/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13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2"/>
        </dgm:alg>
        <dgm:shape xmlns:r="http://schemas.openxmlformats.org/officeDocument/2006/relationships" r:blip="">
          <dgm:adjLst/>
        </dgm:shape>
        <dgm:choose name="Name10">
          <dgm:if name="Name11" func="var" arg="dir" op="equ" val="norm">
            <dgm:constrLst>
              <dgm:constr type="l" for="ch" forName="Image" refType="w" refFor="ch" refForName="Image" fact="0.2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fact="0"/>
              <dgm:constr type="t" for="ch" forName="Parent" refType="h" fact="0"/>
              <dgm:constr type="w" for="ch" forName="Parent" refType="h" refFor="ch" refForName="Image" op="equ" fact="0.2"/>
              <dgm:constr type="h" for="ch" forName="Parent" refType="h" refFor="ch" refForName="Image" op="equ"/>
            </dgm:constrLst>
          </dgm:if>
          <dgm:else name="Name12">
            <dgm:constrLst>
              <dgm:constr type="l" for="ch" forName="Image" refType="w" fact="0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refFor="ch" refForName="Image"/>
              <dgm:constr type="t" for="ch" forName="Parent" refType="h" fact="0"/>
              <dgm:constr type="w" for="ch" forName="Parent" refType="w" refFor="ch" refForName="Image" fact="0.2"/>
              <dgm:constr type="h" for="ch" forName="Parent" refType="h" refFor="ch" refForName="Image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revTx">
          <dgm:varLst>
            <dgm:bulletEnabled val="1"/>
          </dgm:varLst>
          <dgm:alg type="tx">
            <dgm:param type="parTxLTRAlign" val="l"/>
            <dgm:param type="txAnchorVert" val="b"/>
            <dgm:param type="txAnchorVertCh" val="b"/>
            <dgm:param type="autoTxRot" val="grav"/>
          </dgm:alg>
          <dgm:choose name="Name13">
            <dgm:if name="Name14" func="var" arg="dir" op="equ" val="norm">
              <dgm:shape xmlns:r="http://schemas.openxmlformats.org/officeDocument/2006/relationships" rot="270" type="rect" r:blip="">
                <dgm:adjLst/>
              </dgm:shape>
            </dgm:if>
            <dgm:else name="Name15">
              <dgm:shape xmlns:r="http://schemas.openxmlformats.org/officeDocument/2006/relationships" rot="90" type="rect" r:blip="">
                <dgm:adjLst/>
              </dgm:shape>
            </dgm:else>
          </dgm:choose>
          <dgm:presOf axis="desOr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5A4890-73CD-BE8E-E75A-24EBA1F04D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EAE3F-BDC0-CC7D-72F5-097B658C6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2922-D2C6-16EC-F9B6-1CD25677B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BA8F1-4265-0CCB-15D1-4572ABBD9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9432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3892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969E-6FC1-C80E-E305-B01D06584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EF9B4-0BBB-1A7E-F044-33CBF72FC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DB9A-C661-F518-477C-AD96E4D5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58419-7C9A-B229-5964-6611C217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1DDC-9D6A-9E94-AE76-446F3205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0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9ED7-689A-A2F0-277C-39129A73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939D-DBDB-43B2-35BA-45140639A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41766-7A00-9CE9-2DEF-CDF309A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B30FA-A8D8-89E6-C8EE-886B4DA2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A77-E742-7393-C299-B3BC8B7A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6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CF41-0AFD-9683-901C-31AB0240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3D019-B684-5629-C4FE-BD7F35AF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DD95-54AC-FF96-95B0-73568208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5AA5-DC07-3B7B-7745-001B6969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B4048-0052-ABB5-1300-1C3BBE47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8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09C9-53EF-BEA5-746D-32D17270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74CA-4906-0237-F094-3EB7B2228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C16F9-12DF-D877-F605-356AF4922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2A2-45D7-AFCC-2171-0DD52646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B0AAD-7A53-06DF-C53A-84347FFE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BD662-A7FF-C9C9-6999-86013C14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851F-CE7C-88BE-73EA-0CDE7A70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8CB88-689C-E4D2-5C3E-0D28A148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E26F2-E6DC-22AE-4C87-090A3D6D8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3B348-A710-FC08-F843-CE063CD10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52BD4-5324-7291-42B9-966F179F3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F7EB6-4CC7-AF88-4294-4C80CD07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D2FDE-0366-81A8-A6FF-47F323FA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378BB-BCFA-A40A-713D-6F17C333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EF48-51B1-FF07-09E2-BF371946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64295-B0BF-4D8B-EDE8-A929793B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D0D1E-FF3B-4757-955D-EF2726A9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78B60-F6D6-9799-6E5A-73E34401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4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FDA05-52A1-CC11-4255-2444A4BA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F718E-9739-8B8B-2C5E-F5C13F24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3656-D2FC-74AD-1BC1-5DD21DB6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DCCD-41D8-6BC3-2629-EC0B4FA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8955-CC0C-BC6C-9CEF-F2635BC2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3A23-74F6-B486-E805-3E22CA29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DA0E6-D485-2434-5C02-E9D29160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9464A-B9E9-9B67-3728-14678C44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AA0CC-22C3-1AE1-4D85-59A84858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4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A17F-13B8-11A8-E807-712E6093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7FA0D-7E96-1C09-ADAB-8121DFB28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6107B-3F24-FC6F-50B6-52088E787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9D21-F5D6-AA9A-4636-4A5AEFAF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8FFF1-6585-9993-C62E-2B664560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C2B90-A459-1739-170C-6D3EF044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6F0B-F1E6-22D6-D85E-8A111027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7AFEC-D9CA-1207-6034-92AC0C587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CEFB7-FEA6-4790-7896-AD1CDA4C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F8B41-7EF9-638E-D439-4AEE97CB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97E1-F6E4-607E-B5DB-AE4C2A12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6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3C756-CCAE-602F-7F7C-39887D9E7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45B95-FA35-44B1-46AD-9B2791D78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A15E-B2B6-00CE-5D22-E09C8031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FCFD-B2AA-59EC-34BD-FCA8880C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E888-F250-346C-E491-B442F17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9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5632D-D4E4-26C4-6C74-BB8FA930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5BA9F-D3E9-0377-75A7-E93F329C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FBA2-A094-8DC2-20E9-830C5E77A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D68C-590B-4497-6786-F427F2E27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3094-49F9-A1F0-1237-274FDD0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6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FA10B9-682B-E9BA-2B44-412C924821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FBAA9D-D6C0-923A-732F-7E7C614C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BC33A1-5A74-00F4-0438-6DDCBDFABA2B}"/>
              </a:ext>
            </a:extLst>
          </p:cNvPr>
          <p:cNvCxnSpPr>
            <a:cxnSpLocks/>
          </p:cNvCxnSpPr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8D18C9-0268-67F9-1DD1-3AACDEE20F4B}"/>
              </a:ext>
            </a:extLst>
          </p:cNvPr>
          <p:cNvCxnSpPr>
            <a:cxnSpLocks/>
          </p:cNvCxnSpPr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82B582-63E5-6B5B-5CF1-B7E4CC871B9F}"/>
              </a:ext>
            </a:extLst>
          </p:cNvPr>
          <p:cNvCxnSpPr>
            <a:cxnSpLocks/>
          </p:cNvCxnSpPr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353F08-27F8-3B21-4D28-42DA6E640FDB}"/>
              </a:ext>
            </a:extLst>
          </p:cNvPr>
          <p:cNvCxnSpPr>
            <a:cxnSpLocks/>
          </p:cNvCxnSpPr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DBB7DE-6EDC-3042-16EB-6F25A34FAC91}"/>
              </a:ext>
            </a:extLst>
          </p:cNvPr>
          <p:cNvCxnSpPr>
            <a:cxnSpLocks/>
          </p:cNvCxnSpPr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B4F6AC-209D-1999-1331-6D66934B7155}"/>
              </a:ext>
            </a:extLst>
          </p:cNvPr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BBE7CF-4516-CE57-815F-A3F5897F858D}"/>
              </a:ext>
            </a:extLst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D33D6-54EE-9A1F-DDBF-96809C25A0DD}"/>
              </a:ext>
            </a:extLst>
          </p:cNvPr>
          <p:cNvSpPr txBox="1"/>
          <p:nvPr/>
        </p:nvSpPr>
        <p:spPr>
          <a:xfrm>
            <a:off x="1139483" y="6316394"/>
            <a:ext cx="963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600" dirty="0">
                <a:solidFill>
                  <a:schemeClr val="bg1"/>
                </a:solidFill>
              </a:rPr>
              <a:t>Mobile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26734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304800" y="1147482"/>
            <a:ext cx="11887200" cy="290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Android Applications.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Examples of Android Applications.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Android App Development Tools.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 Superior College Mian Channu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2C9E8A1-E1B3-C141-ACB2-CF2EC9B03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940212"/>
              </p:ext>
            </p:extLst>
          </p:nvPr>
        </p:nvGraphicFramePr>
        <p:xfrm>
          <a:off x="10399594" y="41966"/>
          <a:ext cx="1792403" cy="169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36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of Android Applications: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466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1. User-Friendly Interface: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Android apps have an intuitive and user-friendly interface, making it easy for users to navigate and interact with the app.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Multi-Touch Support: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support multi-touch gestures, allowing users to interact with the app using gestures like tapping, swiping, and pinching.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791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of Android Applications: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466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Hardware Acceleration: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take advantage of hardware acceleration, providing a smoother and more responsive user experience.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4. GPS and Location-Based Services: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access the device's GPS and location-based services, enabling features like mapping, navigation, and location-based gaming.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59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of Android Applications: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466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5. Camera and Image Processing: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access the device's camera and image processing capabilities, enabling features like photo editing, barcode scanning, and augmented reality.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6. Wi-Fi and Bluetooth Connectivity: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access the device's Wi-Fi and Bluetooth connectivity, enabling features like wireless networking, file transfer, and device pairing.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171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of Android Applications: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466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7. Push Notifications: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receive push notifications, enabling developers to send updates, alerts, and messages to users in real-time.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8. In-App Purchases: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offer in-app purchases, enabling users to buy digital goods and services directly from the app.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605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of Android Applications: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466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9. Social Media Integration: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can integrate with social media platforms, enabling users to share content, login, and access social media features directly from the app.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10. Security: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apps have robust security features, including encryption, secure authentication, and access control, to protect user data and prevent unauthorized access.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433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of Android Applications: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 Social Media Apps: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Facebook    - Instagram    - Twitter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2. Gaming Apps:  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PupG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- Clash of Clans    - Candy Crush Saga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3. Productivity Apps: 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- Microsoft Office    - Google Drive  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4. Entertainment Apps: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- Netflix    - YouTube    - Spotify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5. Utility Apps:    - Flashlight    - Unit Converter    - Weather Forecast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6. Education Apps:    - Duolingo    - Coursera    - Khan Academy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7. Health and Fitness Apps:    - MyFitnessPal  - Headspace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8. Travel Apps:    - Google Maps  - Uber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914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 App Development Tools.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483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Android Studio: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official integrated development environment (IDE) for Android app development.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Java and Kotlin: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Programming languages used for Android app development.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Android SDK: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collection of libraries and tools for building Android apps.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4. Gradle: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build tool used for Android app development.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518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F1D2F-7A5A-3BC7-080E-F90410B98799}"/>
              </a:ext>
            </a:extLst>
          </p:cNvPr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501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504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Naeem Khan</dc:creator>
  <cp:lastModifiedBy>Muhammad Naeem Khan</cp:lastModifiedBy>
  <cp:revision>8</cp:revision>
  <dcterms:created xsi:type="dcterms:W3CDTF">2024-11-04T05:04:14Z</dcterms:created>
  <dcterms:modified xsi:type="dcterms:W3CDTF">2024-11-12T23:41:52Z</dcterms:modified>
</cp:coreProperties>
</file>