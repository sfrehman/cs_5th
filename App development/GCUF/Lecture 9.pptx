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774" r:id="rId1"/>
  </p:sldMasterIdLst>
  <p:notesMasterIdLst>
    <p:notesMasterId r:id="rId13"/>
  </p:notesMasterIdLst>
  <p:handoutMasterIdLst>
    <p:handoutMasterId r:id="rId14"/>
  </p:handoutMasterIdLst>
  <p:sldIdLst>
    <p:sldId id="256" r:id="rId2"/>
    <p:sldId id="258" r:id="rId3"/>
    <p:sldId id="321" r:id="rId4"/>
    <p:sldId id="335" r:id="rId5"/>
    <p:sldId id="336" r:id="rId6"/>
    <p:sldId id="337" r:id="rId7"/>
    <p:sldId id="334" r:id="rId8"/>
    <p:sldId id="331" r:id="rId9"/>
    <p:sldId id="332" r:id="rId10"/>
    <p:sldId id="333" r:id="rId11"/>
    <p:sldId id="264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4" d="100"/>
          <a:sy n="74" d="100"/>
        </p:scale>
        <p:origin x="-582" y="-9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/>
              <a:t>Superior College Mian Channu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F23418-877D-4E15-98EB-B18A416688F8}" type="datetimeFigureOut">
              <a:rPr lang="en-US" smtClean="0"/>
              <a:t>12/17/2024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1B3ED0-4E7F-4552-8A34-7C1339267C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  <p:hf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US"/>
              <a:t>Superior College Mian Channu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095D31-9972-44D7-A973-436B8E0F36E9}" type="datetimeFigureOut">
              <a:rPr lang="en-US" smtClean="0"/>
              <a:t>12/17/2024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F085B6-4FD1-4360-BB53-F417E13A6F2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0841288"/>
      </p:ext>
    </p:extLst>
  </p:cSld>
  <p:clrMap bg1="lt1" tx1="dk1" bg2="lt2" tx2="dk2" accent1="accent1" accent2="accent2" accent3="accent3" accent4="accent4" accent5="accent5" accent6="accent6" hlink="hlink" folHlink="folHlink"/>
  <p:hf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2438400" y="3159761"/>
            <a:ext cx="609600" cy="1034129"/>
          </a:xfrm>
          <a:prstGeom prst="rect">
            <a:avLst/>
          </a:prstGeom>
          <a:noFill/>
        </p:spPr>
        <p:txBody>
          <a:bodyPr wrap="square" lIns="0" tIns="9144" rIns="0" bIns="9144" rtlCol="0" anchor="ctr" anchorCtr="0">
            <a:spAutoFit/>
          </a:bodyPr>
          <a:lstStyle/>
          <a:p>
            <a:r>
              <a:rPr lang="en-US" sz="6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{</a:t>
            </a:r>
            <a:endParaRPr lang="en-US" sz="6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36320" y="1219200"/>
            <a:ext cx="10058400" cy="2152650"/>
          </a:xfrm>
        </p:spPr>
        <p:txBody>
          <a:bodyPr>
            <a:noAutofit/>
          </a:bodyPr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844800" y="3375491"/>
            <a:ext cx="8229600" cy="685800"/>
          </a:xfrm>
        </p:spPr>
        <p:txBody>
          <a:bodyPr anchor="ctr"/>
          <a:lstStyle>
            <a:lvl1pPr marL="0" indent="0" algn="l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15" name="Date Placeholder 1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59E04-BC48-4C3C-B2CF-95287A202A10}" type="datetimeFigureOut">
              <a:rPr lang="en-US" smtClean="0"/>
              <a:t>12/17/2024</a:t>
            </a:fld>
            <a:endParaRPr lang="en-US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CF08CA4-D9C5-4472-8FBF-7DFA91021E4F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13" name="Title 1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59E04-BC48-4C3C-B2CF-95287A202A10}" type="datetimeFigureOut">
              <a:rPr lang="en-US" smtClean="0"/>
              <a:t>12/17/2024</a:t>
            </a:fld>
            <a:endParaRPr lang="en-US"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CF08CA4-D9C5-4472-8FBF-7DFA91021E4F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/>
        </p:nvSpPr>
        <p:spPr>
          <a:xfrm>
            <a:off x="5689600" y="4074498"/>
            <a:ext cx="609600" cy="1015663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r>
              <a:rPr lang="en-US" sz="6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{</a:t>
            </a:r>
            <a:endParaRPr lang="en-US" sz="6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0" y="4267368"/>
            <a:ext cx="4978400" cy="731520"/>
          </a:xfrm>
        </p:spPr>
        <p:txBody>
          <a:bodyPr anchor="ctr">
            <a:normAutofit/>
          </a:bodyPr>
          <a:lstStyle>
            <a:lvl1pPr marL="0" indent="0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2" name="Date Placeholder 1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59E04-BC48-4C3C-B2CF-95287A202A10}" type="datetimeFigureOut">
              <a:rPr lang="en-US" smtClean="0"/>
              <a:t>12/17/2024</a:t>
            </a:fld>
            <a:endParaRPr lang="en-US"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CF08CA4-D9C5-4472-8FBF-7DFA91021E4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Footer Placeholder 13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3048000" y="1905000"/>
            <a:ext cx="8046720" cy="2350008"/>
          </a:xfrm>
        </p:spPr>
        <p:txBody>
          <a:bodyPr/>
          <a:lstStyle>
            <a:lvl1pPr marL="0" algn="l" defTabSz="914400" rtl="0" eaLnBrk="1" latinLnBrk="0" hangingPunct="1">
              <a:spcBef>
                <a:spcPct val="0"/>
              </a:spcBef>
              <a:buNone/>
              <a:defRPr lang="en-US" sz="5400" b="0" kern="1200" cap="none" dirty="0" smtClean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59E04-BC48-4C3C-B2CF-95287A202A10}" type="datetimeFigureOut">
              <a:rPr lang="en-US" smtClean="0"/>
              <a:t>12/17/2024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CF08CA4-D9C5-4472-8FBF-7DFA91021E4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3"/>
          </p:nvPr>
        </p:nvSpPr>
        <p:spPr>
          <a:xfrm>
            <a:off x="1792224" y="658368"/>
            <a:ext cx="4364736" cy="3429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4"/>
          </p:nvPr>
        </p:nvSpPr>
        <p:spPr>
          <a:xfrm>
            <a:off x="6705600" y="658369"/>
            <a:ext cx="4364736" cy="34321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88160" y="661976"/>
            <a:ext cx="4364736" cy="639762"/>
          </a:xfrm>
        </p:spPr>
        <p:txBody>
          <a:bodyPr anchor="ctr">
            <a:noAutofit/>
          </a:bodyPr>
          <a:lstStyle>
            <a:lvl1pPr marL="0" indent="0">
              <a:buNone/>
              <a:defRPr sz="2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792224" y="1371600"/>
            <a:ext cx="4368800" cy="2743200"/>
          </a:xfrm>
        </p:spPr>
        <p:txBody>
          <a:bodyPr anchor="t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705600" y="661976"/>
            <a:ext cx="4364736" cy="639762"/>
          </a:xfrm>
        </p:spPr>
        <p:txBody>
          <a:bodyPr anchor="ctr">
            <a:noAutofit/>
          </a:bodyPr>
          <a:lstStyle>
            <a:lvl1pPr marL="0" indent="0">
              <a:buNone/>
              <a:defRPr sz="22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705600" y="1371600"/>
            <a:ext cx="4364736" cy="2743200"/>
          </a:xfrm>
        </p:spPr>
        <p:txBody>
          <a:bodyPr anchor="t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408853" y="520192"/>
            <a:ext cx="609600" cy="92333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r>
              <a:rPr lang="en-US" sz="6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{</a:t>
            </a:r>
            <a:endParaRPr lang="en-US" sz="6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373707" y="520192"/>
            <a:ext cx="609600" cy="92333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r>
              <a:rPr lang="en-US" sz="6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{</a:t>
            </a:r>
            <a:endParaRPr lang="en-US" sz="6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</p:txBody>
      </p:sp>
      <p:sp>
        <p:nvSpPr>
          <p:cNvPr id="12" name="Title 1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59E04-BC48-4C3C-B2CF-95287A202A10}" type="datetimeFigureOut">
              <a:rPr lang="en-US" smtClean="0"/>
              <a:t>12/17/2024</a:t>
            </a:fld>
            <a:endParaRPr lang="en-US"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CF08CA4-D9C5-4472-8FBF-7DFA91021E4F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59E04-BC48-4C3C-B2CF-95287A202A10}" type="datetimeFigureOut">
              <a:rPr lang="en-US" smtClean="0"/>
              <a:t>12/17/2024</a:t>
            </a:fld>
            <a:endParaRPr lang="en-US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CF08CA4-D9C5-4472-8FBF-7DFA91021E4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59E04-BC48-4C3C-B2CF-95287A202A10}" type="datetimeFigureOut">
              <a:rPr lang="en-US" smtClean="0"/>
              <a:t>12/17/2024</a:t>
            </a:fld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CF08CA4-D9C5-4472-8FBF-7DFA91021E4F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7105227" y="1774588"/>
            <a:ext cx="609600" cy="1231106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r>
              <a:rPr lang="en-US" sz="8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{</a:t>
            </a:r>
            <a:endParaRPr lang="en-US" sz="8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17600" y="685801"/>
            <a:ext cx="5791200" cy="3429000"/>
          </a:xfrm>
        </p:spPr>
        <p:txBody>
          <a:bodyPr anchor="ctr"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620000" y="685801"/>
            <a:ext cx="3454400" cy="3429000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5" name="Date Placeholder 1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59E04-BC48-4C3C-B2CF-95287A202A10}" type="datetimeFigureOut">
              <a:rPr lang="en-US" smtClean="0"/>
              <a:t>12/17/2024</a:t>
            </a:fld>
            <a:endParaRPr lang="en-US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CF08CA4-D9C5-4472-8FBF-7DFA91021E4F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8" name="Title 1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625600" y="612776"/>
            <a:ext cx="8940800" cy="2546985"/>
          </a:xfrm>
          <a:effectLst>
            <a:outerShdw blurRad="152400" dist="317500" dir="5400000" sx="90000" sy="-19000" rotWithShape="0">
              <a:prstClr val="black">
                <a:alpha val="15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657600" y="3453047"/>
            <a:ext cx="6705600" cy="720804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7136" y="3331464"/>
            <a:ext cx="609600" cy="92333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/>
          <a:p>
            <a:r>
              <a:rPr lang="en-US" sz="6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{</a:t>
            </a:r>
            <a:endParaRPr lang="en-US" sz="6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</a:endParaRPr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13" name="Date Placeholder 1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59E04-BC48-4C3C-B2CF-95287A202A10}" type="datetimeFigureOut">
              <a:rPr lang="en-US" smtClean="0"/>
              <a:t>12/17/2024</a:t>
            </a:fld>
            <a:endParaRPr lang="en-US"/>
          </a:p>
        </p:txBody>
      </p:sp>
      <p:sp>
        <p:nvSpPr>
          <p:cNvPr id="14" name="Slide Number Placeholder 1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8CF08CA4-D9C5-4472-8FBF-7DFA91021E4F}" type="slidenum">
              <a:rPr lang="en-US" smtClean="0"/>
              <a:t>‹#›</a:t>
            </a:fld>
            <a:endParaRPr lang="en-US"/>
          </a:p>
        </p:txBody>
      </p:sp>
      <p:sp>
        <p:nvSpPr>
          <p:cNvPr id="15" name="Footer Placeholder 1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844800" y="685802"/>
            <a:ext cx="7721600" cy="3505199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59E04-BC48-4C3C-B2CF-95287A202A10}" type="datetimeFigureOut">
              <a:rPr lang="en-US" smtClean="0"/>
              <a:t>12/17/2024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08CA4-D9C5-4472-8FBF-7DFA91021E4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12800" y="609601"/>
            <a:ext cx="2844800" cy="51816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60800" y="685801"/>
            <a:ext cx="6705600" cy="4572000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A59E04-BC48-4C3C-B2CF-95287A202A10}" type="datetimeFigureOut">
              <a:rPr lang="en-US" smtClean="0"/>
              <a:t>12/17/2024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F08CA4-D9C5-4472-8FBF-7DFA91021E4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chemeClr val="accent6">
                  <a:lumMod val="50000"/>
                  <a:alpha val="36000"/>
                </a:schemeClr>
              </a:gs>
              <a:gs pos="100000">
                <a:schemeClr val="bg2">
                  <a:alpha val="10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/>
          <p:cNvSpPr/>
          <p:nvPr/>
        </p:nvSpPr>
        <p:spPr>
          <a:xfrm rot="19724275">
            <a:off x="1830961" y="1038441"/>
            <a:ext cx="9654160" cy="5706987"/>
          </a:xfrm>
          <a:prstGeom prst="ellipse">
            <a:avLst/>
          </a:prstGeom>
          <a:gradFill flip="none" rotWithShape="1">
            <a:gsLst>
              <a:gs pos="0">
                <a:schemeClr val="accent6">
                  <a:lumMod val="60000"/>
                  <a:lumOff val="40000"/>
                  <a:alpha val="7000"/>
                </a:schemeClr>
              </a:gs>
              <a:gs pos="58000">
                <a:schemeClr val="bg2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 rot="17656910">
            <a:off x="557464" y="419133"/>
            <a:ext cx="5538472" cy="5973945"/>
          </a:xfrm>
          <a:prstGeom prst="ellipse">
            <a:avLst/>
          </a:prstGeom>
          <a:gradFill flip="none" rotWithShape="1">
            <a:gsLst>
              <a:gs pos="0">
                <a:schemeClr val="accent6">
                  <a:lumMod val="60000"/>
                  <a:lumOff val="40000"/>
                  <a:alpha val="8000"/>
                </a:schemeClr>
              </a:gs>
              <a:gs pos="58000">
                <a:schemeClr val="bg2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/>
          <p:cNvSpPr/>
          <p:nvPr/>
        </p:nvSpPr>
        <p:spPr>
          <a:xfrm rot="19724275">
            <a:off x="4370607" y="116855"/>
            <a:ext cx="8639149" cy="4754757"/>
          </a:xfrm>
          <a:prstGeom prst="ellipse">
            <a:avLst/>
          </a:prstGeom>
          <a:gradFill flip="none" rotWithShape="1">
            <a:gsLst>
              <a:gs pos="0">
                <a:schemeClr val="accent6">
                  <a:lumMod val="60000"/>
                  <a:lumOff val="40000"/>
                  <a:alpha val="8000"/>
                </a:schemeClr>
              </a:gs>
              <a:gs pos="58000">
                <a:schemeClr val="bg2">
                  <a:alpha val="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36320" y="4876800"/>
            <a:ext cx="10058400" cy="91440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844800" y="685802"/>
            <a:ext cx="8128000" cy="36575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00" y="6154739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100">
                <a:solidFill>
                  <a:schemeClr val="tx1">
                    <a:alpha val="60000"/>
                  </a:schemeClr>
                </a:solidFill>
                <a:effectLst/>
              </a:defRPr>
            </a:lvl1pPr>
          </a:lstStyle>
          <a:p>
            <a:fld id="{92A59E04-BC48-4C3C-B2CF-95287A202A10}" type="datetimeFigureOut">
              <a:rPr lang="en-US" smtClean="0"/>
              <a:t>12/17/2024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80" y="6154739"/>
            <a:ext cx="60960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>
                <a:solidFill>
                  <a:schemeClr val="tx1">
                    <a:alpha val="60000"/>
                  </a:schemeClr>
                </a:solidFill>
                <a:effectLst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7280" y="5842000"/>
            <a:ext cx="2844800" cy="304800"/>
          </a:xfrm>
          <a:prstGeom prst="rect">
            <a:avLst/>
          </a:prstGeom>
        </p:spPr>
        <p:txBody>
          <a:bodyPr vert="horz" lIns="91440" tIns="45720" rIns="91440" bIns="9144" rtlCol="0" anchor="b"/>
          <a:lstStyle>
            <a:lvl1pPr algn="l">
              <a:defRPr sz="1600">
                <a:solidFill>
                  <a:schemeClr val="tx1">
                    <a:alpha val="60000"/>
                  </a:schemeClr>
                </a:solidFill>
                <a:effectLst/>
              </a:defRPr>
            </a:lvl1pPr>
          </a:lstStyle>
          <a:p>
            <a:fld id="{8CF08CA4-D9C5-4472-8FBF-7DFA91021E4F}" type="slidenum">
              <a:rPr lang="en-US" smtClean="0"/>
              <a:t>‹#›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775" r:id="rId1"/>
    <p:sldLayoutId id="2147483776" r:id="rId2"/>
    <p:sldLayoutId id="2147483777" r:id="rId3"/>
    <p:sldLayoutId id="2147483778" r:id="rId4"/>
    <p:sldLayoutId id="2147483779" r:id="rId5"/>
    <p:sldLayoutId id="2147483780" r:id="rId6"/>
    <p:sldLayoutId id="2147483781" r:id="rId7"/>
    <p:sldLayoutId id="2147483782" r:id="rId8"/>
    <p:sldLayoutId id="2147483783" r:id="rId9"/>
    <p:sldLayoutId id="2147483784" r:id="rId10"/>
    <p:sldLayoutId id="2147483785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900" kern="1200">
          <a:solidFill>
            <a:schemeClr val="tx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74320" indent="-256032" algn="l" defTabSz="914400" rtl="0" eaLnBrk="1" latinLnBrk="0" hangingPunct="1">
        <a:spcBef>
          <a:spcPct val="20000"/>
        </a:spcBef>
        <a:spcAft>
          <a:spcPts val="0"/>
        </a:spcAft>
        <a:buSzPct val="60000"/>
        <a:buFont typeface="Wingdings" pitchFamily="2" charset="2"/>
        <a:buChar char=""/>
        <a:defRPr sz="2100" kern="1200">
          <a:solidFill>
            <a:schemeClr val="tx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n-lt"/>
          <a:ea typeface="+mn-ea"/>
          <a:cs typeface="+mn-cs"/>
        </a:defRPr>
      </a:lvl1pPr>
      <a:lvl2pPr marL="640080" indent="-256032" algn="l" defTabSz="914400" rtl="0" eaLnBrk="1" latinLnBrk="0" hangingPunct="1">
        <a:spcBef>
          <a:spcPct val="20000"/>
        </a:spcBef>
        <a:buSzPct val="60000"/>
        <a:buFont typeface="Wingdings" pitchFamily="2" charset="2"/>
        <a:buChar char=""/>
        <a:defRPr sz="1900" kern="1200">
          <a:solidFill>
            <a:schemeClr val="tx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n-lt"/>
          <a:ea typeface="+mn-ea"/>
          <a:cs typeface="+mn-cs"/>
        </a:defRPr>
      </a:lvl2pPr>
      <a:lvl3pPr marL="1005840" indent="-256032" algn="l" defTabSz="914400" rtl="0" eaLnBrk="1" latinLnBrk="0" hangingPunct="1">
        <a:spcBef>
          <a:spcPct val="20000"/>
        </a:spcBef>
        <a:buSzPct val="60000"/>
        <a:buFont typeface="Wingdings" pitchFamily="2" charset="2"/>
        <a:buChar char=""/>
        <a:defRPr sz="1700" kern="1200">
          <a:solidFill>
            <a:schemeClr val="tx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n-lt"/>
          <a:ea typeface="+mn-ea"/>
          <a:cs typeface="+mn-cs"/>
        </a:defRPr>
      </a:lvl3pPr>
      <a:lvl4pPr marL="1371600" indent="-256032" algn="l" defTabSz="914400" rtl="0" eaLnBrk="1" latinLnBrk="0" hangingPunct="1">
        <a:spcBef>
          <a:spcPct val="20000"/>
        </a:spcBef>
        <a:buSzPct val="60000"/>
        <a:buFont typeface="Wingdings" pitchFamily="2" charset="2"/>
        <a:buChar char=""/>
        <a:defRPr sz="1600" kern="1200">
          <a:solidFill>
            <a:schemeClr val="tx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n-lt"/>
          <a:ea typeface="+mn-ea"/>
          <a:cs typeface="+mn-cs"/>
        </a:defRPr>
      </a:lvl4pPr>
      <a:lvl5pPr marL="1645920" indent="-256032" algn="l" defTabSz="914400" rtl="0" eaLnBrk="1" latinLnBrk="0" hangingPunct="1">
        <a:spcBef>
          <a:spcPct val="20000"/>
        </a:spcBef>
        <a:buSzPct val="60000"/>
        <a:buFont typeface="Wingdings" pitchFamily="2" charset="2"/>
        <a:buChar char=""/>
        <a:defRPr sz="1500" kern="1200">
          <a:solidFill>
            <a:schemeClr val="tx1"/>
          </a:solidFill>
          <a:effectLst>
            <a:outerShdw blurRad="38100" dist="38100" dir="2700000" algn="tl">
              <a:srgbClr val="000000">
                <a:alpha val="43137"/>
              </a:srgbClr>
            </a:outerShdw>
          </a:effectLst>
          <a:latin typeface="+mn-lt"/>
          <a:ea typeface="+mn-ea"/>
          <a:cs typeface="+mn-cs"/>
        </a:defRPr>
      </a:lvl5pPr>
      <a:lvl6pPr marL="1965960" indent="-256032" algn="l" defTabSz="914400" rtl="0" eaLnBrk="1" latinLnBrk="0" hangingPunct="1">
        <a:spcBef>
          <a:spcPct val="20000"/>
        </a:spcBef>
        <a:buSzPct val="60000"/>
        <a:buFont typeface="Wingdings" pitchFamily="2" charset="2"/>
        <a:buChar char=""/>
        <a:defRPr sz="1400" kern="1200">
          <a:solidFill>
            <a:schemeClr val="tx1"/>
          </a:solidFill>
          <a:effectLst>
            <a:outerShdw blurRad="38100" dist="38100" dir="2700000" algn="ctr" rotWithShape="0">
              <a:srgbClr val="000000">
                <a:alpha val="43000"/>
              </a:srgbClr>
            </a:outerShdw>
          </a:effectLst>
          <a:latin typeface="+mn-lt"/>
          <a:ea typeface="+mn-ea"/>
          <a:cs typeface="+mn-cs"/>
        </a:defRPr>
      </a:lvl6pPr>
      <a:lvl7pPr marL="2240280" indent="-256032" algn="l" defTabSz="914400" rtl="0" eaLnBrk="1" latinLnBrk="0" hangingPunct="1">
        <a:spcBef>
          <a:spcPct val="20000"/>
        </a:spcBef>
        <a:buSzPct val="60000"/>
        <a:buFont typeface="Wingdings" pitchFamily="2" charset="2"/>
        <a:buChar char=""/>
        <a:defRPr sz="1400" kern="1200">
          <a:solidFill>
            <a:schemeClr val="tx1"/>
          </a:solidFill>
          <a:effectLst>
            <a:outerShdw blurRad="38100" dist="38100" dir="2700000" algn="ctr" rotWithShape="0">
              <a:srgbClr val="000000">
                <a:alpha val="43000"/>
              </a:srgbClr>
            </a:outerShdw>
          </a:effectLst>
          <a:latin typeface="+mn-lt"/>
          <a:ea typeface="+mn-ea"/>
          <a:cs typeface="+mn-cs"/>
        </a:defRPr>
      </a:lvl7pPr>
      <a:lvl8pPr marL="2514600" indent="-256032" algn="l" defTabSz="914400" rtl="0" eaLnBrk="1" latinLnBrk="0" hangingPunct="1">
        <a:spcBef>
          <a:spcPct val="20000"/>
        </a:spcBef>
        <a:buSzPct val="60000"/>
        <a:buFont typeface="Wingdings" pitchFamily="2" charset="2"/>
        <a:buChar char=""/>
        <a:defRPr sz="1400" kern="1200">
          <a:solidFill>
            <a:schemeClr val="tx1"/>
          </a:solidFill>
          <a:effectLst>
            <a:outerShdw blurRad="38100" dist="38100" dir="2700000" algn="ctr" rotWithShape="0">
              <a:srgbClr val="000000">
                <a:alpha val="43000"/>
              </a:srgbClr>
            </a:outerShdw>
          </a:effectLst>
          <a:latin typeface="+mn-lt"/>
          <a:ea typeface="+mn-ea"/>
          <a:cs typeface="+mn-cs"/>
        </a:defRPr>
      </a:lvl8pPr>
      <a:lvl9pPr marL="2834640" indent="-256032" algn="l" defTabSz="914400" rtl="0" eaLnBrk="1" latinLnBrk="0" hangingPunct="1">
        <a:spcBef>
          <a:spcPct val="20000"/>
        </a:spcBef>
        <a:buSzPct val="60000"/>
        <a:buFont typeface="Wingdings" pitchFamily="2" charset="2"/>
        <a:buChar char=""/>
        <a:defRPr sz="1400" kern="1200">
          <a:solidFill>
            <a:schemeClr val="tx1"/>
          </a:solidFill>
          <a:effectLst>
            <a:outerShdw blurRad="38100" dist="38100" dir="2700000" algn="ctr" rotWithShape="0">
              <a:srgbClr val="000000">
                <a:alpha val="43000"/>
              </a:srgb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" y="10"/>
            <a:ext cx="12191984" cy="685799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accent4">
                  <a:lumMod val="0"/>
                  <a:lumOff val="100000"/>
                </a:schemeClr>
              </a:gs>
              <a:gs pos="35000">
                <a:schemeClr val="accent4">
                  <a:lumMod val="0"/>
                  <a:lumOff val="100000"/>
                  <a:alpha val="54000"/>
                </a:schemeClr>
              </a:gs>
              <a:gs pos="100000">
                <a:schemeClr val="accent4">
                  <a:lumMod val="100000"/>
                </a:schemeClr>
              </a:gs>
            </a:gsLst>
            <a:path path="circle">
              <a:fillToRect l="50000" t="-80000" r="50000" b="180000"/>
            </a:path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 rot="254895">
            <a:off x="1244259" y="1587490"/>
            <a:ext cx="1378634" cy="3101380"/>
          </a:xfrm>
          <a:prstGeom prst="line">
            <a:avLst/>
          </a:prstGeom>
          <a:ln w="76200" cap="rnd">
            <a:solidFill>
              <a:schemeClr val="bg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rot="254895" flipV="1">
            <a:off x="1414026" y="953161"/>
            <a:ext cx="1347430" cy="640621"/>
          </a:xfrm>
          <a:prstGeom prst="line">
            <a:avLst/>
          </a:prstGeom>
          <a:ln w="76200" cap="rnd">
            <a:solidFill>
              <a:schemeClr val="bg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 rot="254895" flipV="1">
            <a:off x="2528004" y="4145838"/>
            <a:ext cx="1347430" cy="640621"/>
          </a:xfrm>
          <a:prstGeom prst="line">
            <a:avLst/>
          </a:prstGeom>
          <a:ln w="76200" cap="rnd">
            <a:solidFill>
              <a:schemeClr val="bg1"/>
            </a:solidFill>
            <a:round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 rot="254895">
            <a:off x="2781579" y="1021138"/>
            <a:ext cx="434003" cy="871580"/>
          </a:xfrm>
          <a:prstGeom prst="line">
            <a:avLst/>
          </a:prstGeom>
          <a:ln w="76200" cap="rnd">
            <a:solidFill>
              <a:schemeClr val="bg1"/>
            </a:solidFill>
            <a:round/>
            <a:tailEnd type="oval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rot="254895">
            <a:off x="3531651" y="3347833"/>
            <a:ext cx="428346" cy="836383"/>
          </a:xfrm>
          <a:prstGeom prst="line">
            <a:avLst/>
          </a:prstGeom>
          <a:ln w="76200" cap="rnd">
            <a:solidFill>
              <a:schemeClr val="bg1"/>
            </a:solidFill>
            <a:round/>
            <a:headEnd type="oval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3145302" y="1610122"/>
            <a:ext cx="8474028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500" spc="600" dirty="0">
                <a:solidFill>
                  <a:schemeClr val="bg1"/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Aptos" panose="020B0004020202020204" pitchFamily="34" charset="0"/>
              </a:rPr>
              <a:t>WELCOME</a:t>
            </a:r>
          </a:p>
        </p:txBody>
      </p:sp>
      <p:sp>
        <p:nvSpPr>
          <p:cNvPr id="25" name="Arrow: Right 24">
            <a:hlinkClick r:id="" action="ppaction://hlinkshowjump?jump=nextslide"/>
          </p:cNvPr>
          <p:cNvSpPr/>
          <p:nvPr/>
        </p:nvSpPr>
        <p:spPr>
          <a:xfrm>
            <a:off x="10743027" y="2321170"/>
            <a:ext cx="1172308" cy="438026"/>
          </a:xfrm>
          <a:prstGeom prst="rightArrow">
            <a:avLst/>
          </a:prstGeom>
          <a:solidFill>
            <a:schemeClr val="bg1"/>
          </a:solidFill>
          <a:ln>
            <a:noFill/>
          </a:ln>
          <a:scene3d>
            <a:camera prst="orthographicFront"/>
            <a:lightRig rig="threePt" dir="t"/>
          </a:scene3d>
          <a:sp3d>
            <a:bevelT w="101600" prst="riblet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TextBox 25"/>
          <p:cNvSpPr txBox="1"/>
          <p:nvPr/>
        </p:nvSpPr>
        <p:spPr>
          <a:xfrm>
            <a:off x="1131280" y="5895929"/>
            <a:ext cx="963636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spc="600" dirty="0" smtClean="0">
                <a:solidFill>
                  <a:schemeClr val="bg1"/>
                </a:solidFill>
              </a:rPr>
              <a:t>Mobile Application Development</a:t>
            </a:r>
            <a:endParaRPr lang="en-US" sz="3200" b="1" spc="6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7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7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75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7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7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000"/>
                            </p:stCondLst>
                            <p:childTnLst>
                              <p:par>
                                <p:cTn id="34" presetID="26" presetClass="emph" presetSubtype="0" repeatCount="indefinite" fill="hold" grpId="1" nodeType="afterEffect">
                                  <p:stCondLst>
                                    <p:cond delay="0"/>
                                  </p:stCondLst>
                                  <p:endCondLst>
                                    <p:cond evt="onNext" delay="0">
                                      <p:tgtEl>
                                        <p:sldTgt/>
                                      </p:tgtEl>
                                    </p:cond>
                                  </p:endCondLst>
                                  <p:childTnLst>
                                    <p:animEffect transition="out" filter="fade">
                                      <p:cBhvr>
                                        <p:cTn id="35" dur="1000" tmFilter="0, 0; .2, .5; .8, .5; 1, 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36" dur="500" autoRev="1" fill="hold"/>
                                        <p:tgtEl>
                                          <p:spTgt spid="21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2000"/>
                            </p:stCondLst>
                            <p:childTnLst>
                              <p:par>
                                <p:cTn id="38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500"/>
                            </p:stCondLst>
                            <p:childTnLst>
                              <p:par>
                                <p:cTn id="4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/>
      <p:bldP spid="21" grpId="1"/>
      <p:bldP spid="25" grpId="0" animBg="1"/>
      <p:bldP spid="26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96753" y="1757038"/>
            <a:ext cx="11887200" cy="922020"/>
          </a:xfrm>
          <a:prstGeom prst="rect">
            <a:avLst/>
          </a:prstGeom>
          <a:solidFill>
            <a:schemeClr val="bg1">
              <a:lumMod val="95000"/>
              <a:lumOff val="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5400" dirty="0" smtClean="0">
                <a:latin typeface="Calibri" panose="020F0502020204030204" pitchFamily="34" charset="0"/>
                <a:cs typeface="Calibri" panose="020F0502020204030204" pitchFamily="34" charset="0"/>
              </a:rPr>
              <a:t>Java </a:t>
            </a:r>
            <a:r>
              <a:rPr lang="en-US" sz="5400" dirty="0" smtClean="0">
                <a:latin typeface="Calibri" panose="020F0502020204030204" pitchFamily="34" charset="0"/>
                <a:cs typeface="Calibri" panose="020F0502020204030204" pitchFamily="34" charset="0"/>
              </a:rPr>
              <a:t>Programming</a:t>
            </a:r>
            <a:endParaRPr lang="en-US" sz="54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96753" y="2707969"/>
            <a:ext cx="11887200" cy="2308324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pPr indent="0" algn="ctr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sz="3200" dirty="0" smtClean="0">
                <a:latin typeface="Calibri" panose="020F0502020204030204" pitchFamily="34" charset="0"/>
                <a:cs typeface="Calibri" panose="020F0502020204030204" pitchFamily="34" charset="0"/>
              </a:rPr>
              <a:t>Mobile Application Development</a:t>
            </a:r>
          </a:p>
          <a:p>
            <a:pPr indent="0" algn="ctr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en-US" sz="3200" dirty="0" smtClean="0">
                <a:latin typeface="Calibri" panose="020F0502020204030204" pitchFamily="34" charset="0"/>
                <a:cs typeface="Calibri" panose="020F0502020204030204" pitchFamily="34" charset="0"/>
              </a:rPr>
              <a:t>Lecture # </a:t>
            </a:r>
            <a:r>
              <a:rPr lang="en-US" sz="3200" dirty="0" smtClean="0">
                <a:latin typeface="Calibri" panose="020F0502020204030204" pitchFamily="34" charset="0"/>
                <a:cs typeface="Calibri" panose="020F0502020204030204" pitchFamily="34" charset="0"/>
              </a:rPr>
              <a:t>9</a:t>
            </a:r>
            <a:endParaRPr lang="en-US" sz="3200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indent="0" algn="ctr">
              <a:lnSpc>
                <a:spcPct val="150000"/>
              </a:lnSpc>
              <a:buFont typeface="Arial" panose="020B0604020202020204" pitchFamily="34" charset="0"/>
              <a:buNone/>
            </a:pPr>
            <a:endParaRPr lang="en-US" sz="32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0666484" y="55490"/>
            <a:ext cx="1493669" cy="971667"/>
          </a:xfrm>
          <a:prstGeom prst="rect">
            <a:avLst/>
          </a:prstGeom>
          <a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6" name="Flowchart: Alternate Process 5"/>
          <p:cNvSpPr/>
          <p:nvPr/>
        </p:nvSpPr>
        <p:spPr>
          <a:xfrm>
            <a:off x="1674254" y="5151549"/>
            <a:ext cx="8474298" cy="1197736"/>
          </a:xfrm>
          <a:prstGeom prst="flowChartAlternateProcess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>
            <a:scene3d>
              <a:camera prst="orthographicFront"/>
              <a:lightRig rig="brightRoom" dir="t"/>
            </a:scene3d>
            <a:sp3d contourW="6350" prstMaterial="plastic">
              <a:bevelT w="20320" h="20320" prst="angle"/>
              <a:contourClr>
                <a:schemeClr val="accent1">
                  <a:tint val="100000"/>
                  <a:shade val="100000"/>
                  <a:hueMod val="100000"/>
                  <a:satMod val="100000"/>
                </a:schemeClr>
              </a:contourClr>
            </a:sp3d>
          </a:bodyPr>
          <a:lstStyle/>
          <a:p>
            <a:pPr algn="ctr"/>
            <a:r>
              <a:rPr lang="en-US" sz="3200" b="1" i="1" cap="all" dirty="0" smtClean="0">
                <a:ln/>
                <a:solidFill>
                  <a:srgbClr val="FF0000"/>
                </a:solidFill>
                <a:effectLst>
                  <a:outerShdw blurRad="19685" dist="12700" dir="5400000" algn="tl" rotWithShape="0">
                    <a:schemeClr val="accent1">
                      <a:satMod val="130000"/>
                      <a:alpha val="60000"/>
                    </a:schemeClr>
                  </a:outerShdw>
                  <a:reflection blurRad="10000" stA="55000" endPos="48000" dist="500" dir="5400000" sy="-100000" algn="bl" rotWithShape="0"/>
                </a:effectLst>
              </a:rPr>
              <a:t>Instructor: Muhammad Naeem Khan</a:t>
            </a:r>
            <a:endParaRPr lang="en-US" sz="3200" b="1" i="1" cap="all" dirty="0">
              <a:ln/>
              <a:solidFill>
                <a:srgbClr val="FF0000"/>
              </a:solidFill>
              <a:effectLst>
                <a:outerShdw blurRad="19685" dist="12700" dir="5400000" algn="tl" rotWithShape="0">
                  <a:schemeClr val="accent1">
                    <a:satMod val="130000"/>
                    <a:alpha val="60000"/>
                  </a:schemeClr>
                </a:outerShdw>
                <a:reflection blurRad="10000" stA="55000" endPos="48000" dist="500" dir="5400000" sy="-100000" algn="bl" rotWithShape="0"/>
              </a:effectLst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3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30388" y="1022214"/>
            <a:ext cx="1146379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200000"/>
              </a:lnSpc>
              <a:buAutoNum type="arabicPeriod"/>
            </a:pPr>
            <a:r>
              <a:rPr lang="en-US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A package in Java is used to grou</a:t>
            </a:r>
            <a:r>
              <a:rPr lang="en-US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p related classes. Think of it as a folder in a file directory.</a:t>
            </a:r>
            <a:endParaRPr lang="en-US" sz="2400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>
              <a:lnSpc>
                <a:spcPct val="200000"/>
              </a:lnSpc>
              <a:buAutoNum type="arabicPeriod"/>
            </a:pPr>
            <a:r>
              <a:rPr lang="en-US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We use packages to avoid name conflicts, and to write a better maintainable code. </a:t>
            </a:r>
            <a:endParaRPr lang="en-US" sz="2400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0666484" y="55490"/>
            <a:ext cx="1493669" cy="966724"/>
          </a:xfrm>
          <a:prstGeom prst="rect">
            <a:avLst/>
          </a:prstGeom>
          <a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6" name="Rounded Rectangle 5"/>
          <p:cNvSpPr/>
          <p:nvPr/>
        </p:nvSpPr>
        <p:spPr>
          <a:xfrm>
            <a:off x="130388" y="285651"/>
            <a:ext cx="10198467" cy="656823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 smtClean="0">
                <a:latin typeface="Calibri" panose="020F0502020204030204" pitchFamily="34" charset="0"/>
                <a:cs typeface="Calibri" panose="020F0502020204030204" pitchFamily="34" charset="0"/>
              </a:rPr>
              <a:t>What is Package?</a:t>
            </a:r>
            <a:endParaRPr lang="en-US" sz="3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785533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99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30388" y="1022214"/>
            <a:ext cx="1146379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Packages are divided into two categories:</a:t>
            </a:r>
            <a:endParaRPr lang="en-US" sz="2400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914400" lvl="1" indent="-45720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Built in packages (packages from the Java API ).</a:t>
            </a:r>
          </a:p>
          <a:p>
            <a:pPr marL="914400" lvl="1" indent="-45720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User-defined Packages (create your own packages).</a:t>
            </a:r>
            <a:endParaRPr lang="en-US" sz="2400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0666484" y="55490"/>
            <a:ext cx="1493669" cy="966724"/>
          </a:xfrm>
          <a:prstGeom prst="rect">
            <a:avLst/>
          </a:prstGeom>
          <a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6" name="Rounded Rectangle 5"/>
          <p:cNvSpPr/>
          <p:nvPr/>
        </p:nvSpPr>
        <p:spPr>
          <a:xfrm>
            <a:off x="130388" y="285651"/>
            <a:ext cx="10198467" cy="656823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 smtClean="0">
                <a:latin typeface="Calibri" panose="020F0502020204030204" pitchFamily="34" charset="0"/>
                <a:cs typeface="Calibri" panose="020F0502020204030204" pitchFamily="34" charset="0"/>
              </a:rPr>
              <a:t>What is Package?</a:t>
            </a:r>
            <a:endParaRPr lang="en-US" sz="3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94993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99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30388" y="1022214"/>
            <a:ext cx="11463798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US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	Syntax</a:t>
            </a:r>
            <a:endParaRPr lang="en-US" sz="2400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914400" lvl="1" indent="-45720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Import </a:t>
            </a:r>
            <a:r>
              <a:rPr lang="en-US" sz="2400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package.name.class</a:t>
            </a:r>
            <a:r>
              <a:rPr lang="en-US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; 		// Import a single class</a:t>
            </a:r>
          </a:p>
          <a:p>
            <a:pPr marL="914400" lvl="1" indent="-457200">
              <a:lnSpc>
                <a:spcPct val="200000"/>
              </a:lnSpc>
              <a:buFont typeface="Wingdings" panose="05000000000000000000" pitchFamily="2" charset="2"/>
              <a:buChar char="§"/>
            </a:pPr>
            <a:r>
              <a:rPr lang="en-US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Import package.name.*;			// import the whole package</a:t>
            </a:r>
            <a:endParaRPr lang="en-US" sz="2400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0666484" y="55490"/>
            <a:ext cx="1493669" cy="966724"/>
          </a:xfrm>
          <a:prstGeom prst="rect">
            <a:avLst/>
          </a:prstGeom>
          <a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6" name="Rounded Rectangle 5"/>
          <p:cNvSpPr/>
          <p:nvPr/>
        </p:nvSpPr>
        <p:spPr>
          <a:xfrm>
            <a:off x="130388" y="285651"/>
            <a:ext cx="10198467" cy="656823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 smtClean="0">
                <a:latin typeface="Calibri" panose="020F0502020204030204" pitchFamily="34" charset="0"/>
                <a:cs typeface="Calibri" panose="020F0502020204030204" pitchFamily="34" charset="0"/>
              </a:rPr>
              <a:t>Package</a:t>
            </a:r>
            <a:endParaRPr lang="en-US" sz="3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471384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99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30388" y="1022214"/>
            <a:ext cx="11463798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A class is an entity that determines how an object will behave and what the object will contain.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In other words, it is a blue print or a set of instructions to build a specific type of objects.</a:t>
            </a: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Contains variables (fields), methods &amp; objects.</a:t>
            </a:r>
            <a:endParaRPr lang="en-US" sz="2400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0666484" y="55490"/>
            <a:ext cx="1493669" cy="966724"/>
          </a:xfrm>
          <a:prstGeom prst="rect">
            <a:avLst/>
          </a:prstGeom>
          <a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6" name="Rounded Rectangle 5"/>
          <p:cNvSpPr/>
          <p:nvPr/>
        </p:nvSpPr>
        <p:spPr>
          <a:xfrm>
            <a:off x="130388" y="285651"/>
            <a:ext cx="10198467" cy="656823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 smtClean="0">
                <a:latin typeface="Calibri" panose="020F0502020204030204" pitchFamily="34" charset="0"/>
                <a:cs typeface="Calibri" panose="020F0502020204030204" pitchFamily="34" charset="0"/>
              </a:rPr>
              <a:t>What is Class?</a:t>
            </a:r>
            <a:endParaRPr lang="en-US" sz="3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49493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99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30388" y="1022214"/>
            <a:ext cx="11463798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200000"/>
              </a:lnSpc>
              <a:buAutoNum type="arabicPeriod"/>
            </a:pPr>
            <a:r>
              <a:rPr lang="en-US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It is a collection of statements that are grouped together to perform an operation.</a:t>
            </a:r>
            <a:endParaRPr lang="en-US" sz="2400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>
              <a:lnSpc>
                <a:spcPct val="200000"/>
              </a:lnSpc>
              <a:buAutoNum type="arabicPeriod"/>
            </a:pPr>
            <a:r>
              <a:rPr lang="en-US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It takes some parameters, performs some computations, and then optionally returns a value (or object).</a:t>
            </a:r>
            <a:endParaRPr lang="en-US" sz="2400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>
              <a:lnSpc>
                <a:spcPct val="200000"/>
              </a:lnSpc>
              <a:buAutoNum type="arabicPeriod"/>
            </a:pPr>
            <a:r>
              <a:rPr lang="en-US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Used to perform certain actions, and also known as functions.</a:t>
            </a:r>
            <a:endParaRPr lang="en-US" sz="2400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0666484" y="55490"/>
            <a:ext cx="1493669" cy="966724"/>
          </a:xfrm>
          <a:prstGeom prst="rect">
            <a:avLst/>
          </a:prstGeom>
          <a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6" name="Rounded Rectangle 5"/>
          <p:cNvSpPr/>
          <p:nvPr/>
        </p:nvSpPr>
        <p:spPr>
          <a:xfrm>
            <a:off x="130388" y="285651"/>
            <a:ext cx="10198467" cy="656823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 smtClean="0">
                <a:latin typeface="Calibri" panose="020F0502020204030204" pitchFamily="34" charset="0"/>
                <a:cs typeface="Calibri" panose="020F0502020204030204" pitchFamily="34" charset="0"/>
              </a:rPr>
              <a:t>Methods?</a:t>
            </a:r>
            <a:endParaRPr lang="en-US" sz="3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24695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99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30388" y="1022214"/>
            <a:ext cx="1146379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200000"/>
              </a:lnSpc>
              <a:buAutoNum type="arabicPeriod"/>
            </a:pPr>
            <a:r>
              <a:rPr lang="en-US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To remove redundant (repetitive code).</a:t>
            </a:r>
            <a:endParaRPr lang="en-US" sz="2400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457200" indent="-457200">
              <a:lnSpc>
                <a:spcPct val="200000"/>
              </a:lnSpc>
              <a:buAutoNum type="arabicPeriod"/>
            </a:pPr>
            <a:r>
              <a:rPr lang="en-US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To reuse code: define the code once and use it many times.</a:t>
            </a:r>
            <a:endParaRPr lang="en-US" sz="2400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0666484" y="55490"/>
            <a:ext cx="1493669" cy="966724"/>
          </a:xfrm>
          <a:prstGeom prst="rect">
            <a:avLst/>
          </a:prstGeom>
          <a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6" name="Rounded Rectangle 5"/>
          <p:cNvSpPr/>
          <p:nvPr/>
        </p:nvSpPr>
        <p:spPr>
          <a:xfrm>
            <a:off x="130388" y="285651"/>
            <a:ext cx="10198467" cy="656823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 smtClean="0">
                <a:latin typeface="Calibri" panose="020F0502020204030204" pitchFamily="34" charset="0"/>
                <a:cs typeface="Calibri" panose="020F0502020204030204" pitchFamily="34" charset="0"/>
              </a:rPr>
              <a:t>Why Use Methods?</a:t>
            </a:r>
            <a:endParaRPr lang="en-US" sz="3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331333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99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30388" y="1022214"/>
            <a:ext cx="11463798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Syntax:</a:t>
            </a:r>
            <a:endParaRPr lang="en-US" sz="2400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200000"/>
              </a:lnSpc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	p</a:t>
            </a:r>
            <a:r>
              <a:rPr lang="en-US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ublic class Main{</a:t>
            </a:r>
          </a:p>
          <a:p>
            <a:pPr>
              <a:lnSpc>
                <a:spcPct val="200000"/>
              </a:lnSpc>
            </a:pPr>
            <a:r>
              <a:rPr lang="en-US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		public static void </a:t>
            </a:r>
            <a:r>
              <a:rPr lang="en-US" sz="2400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myMehtod</a:t>
            </a:r>
            <a:r>
              <a:rPr lang="en-US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 (</a:t>
            </a:r>
            <a:r>
              <a:rPr lang="en-US" sz="2400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Params</a:t>
            </a:r>
            <a:r>
              <a:rPr lang="en-US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) {</a:t>
            </a:r>
          </a:p>
          <a:p>
            <a:pPr>
              <a:lnSpc>
                <a:spcPct val="200000"/>
              </a:lnSpc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n-US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		//code to be executed</a:t>
            </a:r>
          </a:p>
          <a:p>
            <a:pPr>
              <a:lnSpc>
                <a:spcPct val="200000"/>
              </a:lnSpc>
            </a:pPr>
            <a:r>
              <a:rPr lang="en-US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		}</a:t>
            </a:r>
          </a:p>
          <a:p>
            <a:pPr>
              <a:lnSpc>
                <a:spcPct val="200000"/>
              </a:lnSpc>
            </a:pPr>
            <a:r>
              <a:rPr lang="en-US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	}</a:t>
            </a:r>
            <a:endParaRPr lang="en-US" sz="2400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0666484" y="55490"/>
            <a:ext cx="1493669" cy="966724"/>
          </a:xfrm>
          <a:prstGeom prst="rect">
            <a:avLst/>
          </a:prstGeom>
          <a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6" name="Rounded Rectangle 5"/>
          <p:cNvSpPr/>
          <p:nvPr/>
        </p:nvSpPr>
        <p:spPr>
          <a:xfrm>
            <a:off x="130388" y="285651"/>
            <a:ext cx="10198467" cy="656823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 smtClean="0">
                <a:latin typeface="Calibri" panose="020F0502020204030204" pitchFamily="34" charset="0"/>
                <a:cs typeface="Calibri" panose="020F0502020204030204" pitchFamily="34" charset="0"/>
              </a:rPr>
              <a:t>Methods?</a:t>
            </a:r>
            <a:endParaRPr lang="en-US" sz="3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80839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99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30388" y="1022214"/>
            <a:ext cx="11463798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Syntax:</a:t>
            </a:r>
            <a:endParaRPr lang="en-US" sz="2400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>
              <a:lnSpc>
                <a:spcPct val="200000"/>
              </a:lnSpc>
            </a:pPr>
            <a:r>
              <a:rPr lang="en-US" sz="2400" dirty="0">
                <a:latin typeface="Calibri" panose="020F0502020204030204" pitchFamily="34" charset="0"/>
                <a:cs typeface="Calibri" panose="020F0502020204030204" pitchFamily="34" charset="0"/>
              </a:rPr>
              <a:t>	</a:t>
            </a:r>
            <a:r>
              <a:rPr lang="en-US" sz="2400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myMethod</a:t>
            </a:r>
            <a:r>
              <a:rPr lang="en-US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sz="2400" dirty="0" err="1" smtClean="0">
                <a:latin typeface="Calibri" panose="020F0502020204030204" pitchFamily="34" charset="0"/>
                <a:cs typeface="Calibri" panose="020F0502020204030204" pitchFamily="34" charset="0"/>
              </a:rPr>
              <a:t>args</a:t>
            </a:r>
            <a:r>
              <a:rPr lang="en-US" sz="2400" dirty="0" smtClean="0">
                <a:latin typeface="Calibri" panose="020F0502020204030204" pitchFamily="34" charset="0"/>
                <a:cs typeface="Calibri" panose="020F0502020204030204" pitchFamily="34" charset="0"/>
              </a:rPr>
              <a:t>);					//Method calling</a:t>
            </a:r>
            <a:endParaRPr lang="en-US" sz="2400" dirty="0" smtClean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10666484" y="55490"/>
            <a:ext cx="1493669" cy="966724"/>
          </a:xfrm>
          <a:prstGeom prst="rect">
            <a:avLst/>
          </a:prstGeom>
          <a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</p:spPr>
        <p:style>
          <a:lnRef idx="2">
            <a:schemeClr val="accen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6" name="Rounded Rectangle 5"/>
          <p:cNvSpPr/>
          <p:nvPr/>
        </p:nvSpPr>
        <p:spPr>
          <a:xfrm>
            <a:off x="130388" y="285651"/>
            <a:ext cx="10198467" cy="656823"/>
          </a:xfrm>
          <a:prstGeom prst="round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 smtClean="0">
                <a:latin typeface="Calibri" panose="020F0502020204030204" pitchFamily="34" charset="0"/>
                <a:cs typeface="Calibri" panose="020F0502020204030204" pitchFamily="34" charset="0"/>
              </a:rPr>
              <a:t>Methods?</a:t>
            </a:r>
            <a:endParaRPr lang="en-US" sz="3600" dirty="0"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83325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699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37230" y="313899"/>
            <a:ext cx="10795379" cy="43396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13800" dirty="0"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US" sz="13800" dirty="0"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Algerian" panose="04020705040A02060702" pitchFamily="82" charset="0"/>
                <a:cs typeface="Calibri" panose="020F0502020204030204" pitchFamily="34" charset="0"/>
              </a:rPr>
              <a:t>Thank You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lemental">
  <a:themeElements>
    <a:clrScheme name="Elemental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629DD1"/>
      </a:accent1>
      <a:accent2>
        <a:srgbClr val="297FD5"/>
      </a:accent2>
      <a:accent3>
        <a:srgbClr val="7F8FA9"/>
      </a:accent3>
      <a:accent4>
        <a:srgbClr val="4A66AC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Elemental">
      <a:maj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alatino Linotype"/>
        <a:ea typeface=""/>
        <a:cs typeface=""/>
        <a:font script="Jpan" typeface="HGS明朝E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Elemental">
      <a: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48000">
              <a:schemeClr val="phClr">
                <a:tint val="54000"/>
                <a:satMod val="140000"/>
              </a:schemeClr>
            </a:gs>
            <a:gs pos="100000">
              <a:schemeClr val="phClr">
                <a:tint val="24000"/>
                <a:satMod val="260000"/>
              </a:schemeClr>
            </a:gs>
          </a:gsLst>
          <a:lin ang="1620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48000"/>
                <a:satMod val="180000"/>
                <a:lumMod val="94000"/>
              </a:schemeClr>
            </a:gs>
            <a:gs pos="100000">
              <a:schemeClr val="phClr">
                <a:shade val="48000"/>
                <a:satMod val="180000"/>
                <a:lumMod val="94000"/>
              </a:schemeClr>
            </a:gs>
          </a:gsLst>
          <a:lin ang="4140000" scaled="1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12700" dir="5400000" sx="102000" sy="102000" rotWithShape="0">
              <a:srgbClr val="000000">
                <a:alpha val="32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glow" dir="tl">
              <a:rot lat="0" lon="0" rev="19800000"/>
            </a:lightRig>
          </a:scene3d>
          <a:sp3d prstMaterial="metal">
            <a:bevelT w="38100" h="38100"/>
          </a:sp3d>
        </a:effectStyle>
        <a:effectStyle>
          <a:effectLst>
            <a:outerShdw blurRad="114300" dist="114300" dir="5400000" rotWithShape="0">
              <a:srgbClr val="000000">
                <a:alpha val="7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plastic">
            <a:bevelT w="508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5000"/>
              </a:schemeClr>
            </a:gs>
            <a:gs pos="100000">
              <a:schemeClr val="phClr">
                <a:shade val="40000"/>
                <a:satMod val="180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14000"/>
                <a:satMod val="280000"/>
              </a:schemeClr>
              <a:schemeClr val="phClr">
                <a:tint val="60000"/>
                <a:satMod val="120000"/>
              </a:schemeClr>
            </a:duotone>
          </a:blip>
          <a:stretch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Elemental</Template>
  <TotalTime>601</TotalTime>
  <Words>226</Words>
  <Application>Microsoft Office PowerPoint</Application>
  <PresentationFormat>Custom</PresentationFormat>
  <Paragraphs>40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Elemental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Muhammad Naeem Khan</dc:creator>
  <cp:lastModifiedBy>Muhammad Naeem Khan</cp:lastModifiedBy>
  <cp:revision>67</cp:revision>
  <dcterms:created xsi:type="dcterms:W3CDTF">2024-11-04T05:04:00Z</dcterms:created>
  <dcterms:modified xsi:type="dcterms:W3CDTF">2024-12-17T03:47:26Z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92ED70D60F184857A85F9A485E7AD0CC_12</vt:lpwstr>
  </property>
  <property fmtid="{D5CDD505-2E9C-101B-9397-08002B2CF9AE}" pid="3" name="KSOProductBuildVer">
    <vt:lpwstr>1033-12.2.0.18911</vt:lpwstr>
  </property>
</Properties>
</file>