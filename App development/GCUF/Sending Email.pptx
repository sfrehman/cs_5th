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321" r:id="rId4"/>
    <p:sldId id="332" r:id="rId5"/>
    <p:sldId id="324" r:id="rId6"/>
    <p:sldId id="333" r:id="rId7"/>
    <p:sldId id="334" r:id="rId8"/>
    <p:sldId id="330" r:id="rId9"/>
    <p:sldId id="33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-900" y="-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4128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30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12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64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04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6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75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8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3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2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5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59E04-BC48-4C3C-B2CF-95287A202A10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4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ndroid-implicit-and-explicit-intents-with-examples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ndroid-how-to-create-start-a-new-project-in-android-studio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131280" y="5767141"/>
            <a:ext cx="9636369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753" y="1757038"/>
            <a:ext cx="11887200" cy="92202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Sending </a:t>
            </a:r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Email</a:t>
            </a:r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 Android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753" y="2707969"/>
            <a:ext cx="1188720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Practical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71667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lowchart: Alternate Process 5"/>
          <p:cNvSpPr/>
          <p:nvPr/>
        </p:nvSpPr>
        <p:spPr>
          <a:xfrm>
            <a:off x="1674254" y="5151549"/>
            <a:ext cx="8474298" cy="1197736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200" b="1" i="1" cap="all" dirty="0" smtClean="0">
                <a:ln/>
                <a:solidFill>
                  <a:srgbClr val="FF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Instructor: Muhammad Naeem Khan</a:t>
            </a:r>
            <a:endParaRPr lang="en-US" sz="3200" b="1" i="1" cap="all" dirty="0">
              <a:ln/>
              <a:solidFill>
                <a:srgbClr val="FF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SENDING 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Email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20297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800" dirty="0"/>
              <a:t>Basically </a:t>
            </a:r>
            <a:r>
              <a:rPr lang="en-US" sz="2800" b="1" u="sng" dirty="0">
                <a:hlinkClick r:id="rId3"/>
              </a:rPr>
              <a:t>Intent</a:t>
            </a:r>
            <a:r>
              <a:rPr lang="en-US" sz="2800" b="1" dirty="0"/>
              <a:t> </a:t>
            </a:r>
            <a:r>
              <a:rPr lang="en-US" sz="2800" dirty="0"/>
              <a:t>is a simple message object that is used to communicate between </a:t>
            </a:r>
            <a:r>
              <a:rPr lang="en-US" sz="2800" b="1" dirty="0"/>
              <a:t>android components such as activities, content providers, broadcast receivers, and services</a:t>
            </a:r>
            <a:r>
              <a:rPr lang="en-US" sz="2800" dirty="0"/>
              <a:t>, here use to send the email. This application basically contains one activity with </a:t>
            </a:r>
            <a:r>
              <a:rPr lang="en-US" sz="2800" dirty="0" err="1"/>
              <a:t>EditText</a:t>
            </a:r>
            <a:r>
              <a:rPr lang="en-US" sz="2800" dirty="0"/>
              <a:t> to take input of email address, subject, and body of the email from the user and button to send that email.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7855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202976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800" b="1" dirty="0"/>
              <a:t>Step 1: Create a New Project in Android </a:t>
            </a:r>
            <a:r>
              <a:rPr lang="en-US" sz="2800" b="1" dirty="0" smtClean="0"/>
              <a:t>Studio</a:t>
            </a:r>
          </a:p>
          <a:p>
            <a:pPr fontAlgn="base"/>
            <a:r>
              <a:rPr lang="en-US" sz="2800" dirty="0"/>
              <a:t>To create a new project in Android Studio please refer to </a:t>
            </a:r>
            <a:r>
              <a:rPr lang="en-US" sz="2800" b="1" u="sng" dirty="0">
                <a:hlinkClick r:id="rId3"/>
              </a:rPr>
              <a:t>How to Create/Start a New Project in Android Studio</a:t>
            </a:r>
            <a:r>
              <a:rPr lang="en-US" sz="2800" dirty="0" smtClean="0"/>
              <a:t>.</a:t>
            </a:r>
          </a:p>
          <a:p>
            <a:pPr fontAlgn="base"/>
            <a:r>
              <a:rPr lang="en-US" sz="2800" b="1" dirty="0"/>
              <a:t>Step 2: Working with the XML Files</a:t>
            </a:r>
          </a:p>
          <a:p>
            <a:pPr fontAlgn="base"/>
            <a:r>
              <a:rPr lang="en-US" sz="2800" dirty="0"/>
              <a:t>Next, go to the </a:t>
            </a:r>
            <a:r>
              <a:rPr lang="en-US" sz="2800" b="1" dirty="0"/>
              <a:t>activity_main.xml file</a:t>
            </a:r>
            <a:r>
              <a:rPr lang="en-US" sz="2800" dirty="0"/>
              <a:t>, which represents the UI of the project. Below is the code for the </a:t>
            </a:r>
            <a:r>
              <a:rPr lang="en-US" sz="2800" b="1" dirty="0"/>
              <a:t>activity_main.xml</a:t>
            </a:r>
            <a:r>
              <a:rPr lang="en-US" sz="2800" dirty="0"/>
              <a:t> file. Comments are added inside the code to understand the code in more detail. This file contains a Relative Layout which contains three Edit texts for receiver mail id, another for the subject of the mail, and last one for the body of the email, and three </a:t>
            </a:r>
            <a:r>
              <a:rPr lang="en-US" sz="2800" dirty="0" err="1"/>
              <a:t>TextViews</a:t>
            </a:r>
            <a:r>
              <a:rPr lang="en-US" sz="2800" dirty="0"/>
              <a:t> for the label and a button for starting intent or sending mail: </a:t>
            </a:r>
          </a:p>
          <a:p>
            <a:pPr fontAlgn="base"/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6815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4000" b="1" dirty="0" smtClean="0"/>
              <a:t>activity_main.xml</a:t>
            </a: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211635"/>
              </p:ext>
            </p:extLst>
          </p:nvPr>
        </p:nvGraphicFramePr>
        <p:xfrm>
          <a:off x="130388" y="1138121"/>
          <a:ext cx="11937116" cy="559650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052698"/>
                <a:gridCol w="5884418"/>
              </a:tblGrid>
              <a:tr h="5596508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&lt;?xml version="1.0" encoding="utf-8"?&gt;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RelativeLayout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xmlns:android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="http://schemas.android.com/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apk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/res/android"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xmlns:tools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="http://schemas.android.com/tools"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match_parent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match_parent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android:background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="@color/white"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tools:context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=".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MainActivity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="@+id/editText1"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="200dp"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android:layout_alignParentTop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="true"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android:layout_alignParentEnd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="true"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android:layout_marginTop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="100dp"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android:layout_marginEnd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="22dp"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="@+id/editText2"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="200dp"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android:layout_below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="@+id/editText1"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android:layout_alignStart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="@+id/editText1"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android:layout_marginTop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="20dp"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="@+id/editText3"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="200dp"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android:layout_below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="@+id/editText2"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android:layout_alignStart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="@+id/editText2"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android:layout_marginTop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="30dp"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TextView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="@+id/textView1"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android:padding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="16dp"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android:textSize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="18sp"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android:textStyle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="bold"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android:layout_alignBaseline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="@+id/editText1"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android:layout_alignBottom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="@+id/editText1"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android:layout_alignParentStart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="true"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="Send To:"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android:textColor</a:t>
                      </a: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="@color/green" </a:t>
                      </a: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14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3600" b="1" dirty="0"/>
              <a:t>activity_main.xml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053585"/>
              </p:ext>
            </p:extLst>
          </p:nvPr>
        </p:nvGraphicFramePr>
        <p:xfrm>
          <a:off x="130388" y="1138121"/>
          <a:ext cx="11937116" cy="558199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052698"/>
                <a:gridCol w="5884418"/>
              </a:tblGrid>
              <a:tr h="5581993"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TextView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="@+id/textView2"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android:padding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="16dp"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android:textSize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="18sp"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android:textStyle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="bold"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android:layout_alignBaseline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="@+id/editText2"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android:layout_alignBottom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="@+id/editText2"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android:layout_alignParentStart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="true"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="Email Subject:"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android:textColor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="@color/green"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</a:p>
                    <a:p>
                      <a:pPr algn="l"/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TextView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="@+id/textView3"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android:padding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="16dp"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android:textSize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="18sp"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android:textStyle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="bold"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android:layout_alignBaseline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="@+id/editText3"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android:layout_alignBottom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="@+id/editText3"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="Email Body:"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android:textColor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="@color/green"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</a:p>
                    <a:p>
                      <a:pPr algn="l"/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&lt;Button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="@+id/button"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android:layout_below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="@+id/editText3"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android:layout_centerHorizontal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="true"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android:textSize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="24sp"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android:layout_marginTop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="20dp"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android:backgroundTint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="@color/green"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="Send email!!" /&gt;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sz="20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RelativeLayout</a:t>
                      </a:r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84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3600" b="1" dirty="0"/>
              <a:t>activity_main.xml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990784"/>
              </p:ext>
            </p:extLst>
          </p:nvPr>
        </p:nvGraphicFramePr>
        <p:xfrm>
          <a:off x="130388" y="1138121"/>
          <a:ext cx="11937116" cy="558199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937116"/>
              </a:tblGrid>
              <a:tr h="5581993"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724421" y="1204686"/>
            <a:ext cx="6839008" cy="544285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3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 code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07432"/>
              </p:ext>
            </p:extLst>
          </p:nvPr>
        </p:nvGraphicFramePr>
        <p:xfrm>
          <a:off x="130388" y="1138121"/>
          <a:ext cx="11937116" cy="56083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283441"/>
                <a:gridCol w="6653675"/>
              </a:tblGrid>
              <a:tr h="4916833"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package 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org.geeksforgeeks.demo</a:t>
                      </a:r>
                      <a:r>
                        <a:rPr lang="en-US" sz="2000" dirty="0" smtClean="0">
                          <a:effectLst/>
                        </a:rPr>
                        <a:t>;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android.content.Intent</a:t>
                      </a:r>
                      <a:r>
                        <a:rPr lang="en-US" sz="2000" dirty="0" smtClean="0">
                          <a:effectLst/>
                        </a:rPr>
                        <a:t>;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android.os.Bundle</a:t>
                      </a:r>
                      <a:r>
                        <a:rPr lang="en-US" sz="2000" dirty="0" smtClean="0">
                          <a:effectLst/>
                        </a:rPr>
                        <a:t>;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android.view.View</a:t>
                      </a:r>
                      <a:r>
                        <a:rPr lang="en-US" sz="2000" dirty="0" smtClean="0">
                          <a:effectLst/>
                        </a:rPr>
                        <a:t>;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android.widget.Button</a:t>
                      </a:r>
                      <a:r>
                        <a:rPr lang="en-US" sz="2000" dirty="0" smtClean="0">
                          <a:effectLst/>
                        </a:rPr>
                        <a:t>;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android.widget.EditText</a:t>
                      </a:r>
                      <a:r>
                        <a:rPr lang="en-US" sz="2000" dirty="0" smtClean="0">
                          <a:effectLst/>
                        </a:rPr>
                        <a:t>;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androidx.appcompat.app.AppCompatActivity</a:t>
                      </a:r>
                      <a:r>
                        <a:rPr lang="en-US" sz="2000" dirty="0" smtClean="0">
                          <a:effectLst/>
                        </a:rPr>
                        <a:t>;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class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MainActivity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extends </a:t>
                      </a:r>
                      <a:r>
                        <a:rPr lang="en-US" sz="2000" dirty="0" err="1" smtClean="0">
                          <a:effectLst/>
                        </a:rPr>
                        <a:t>AppCompatActivity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dirty="0" smtClean="0">
                          <a:effectLst/>
                        </a:rPr>
                        <a:t>{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Declare </a:t>
                      </a:r>
                      <a:r>
                        <a:rPr lang="en-US" sz="1800" b="1" i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</a:t>
                      </a:r>
                      <a:r>
                        <a:rPr lang="en-US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Button objects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 </a:t>
                      </a:r>
                      <a:r>
                        <a:rPr lang="en-US" sz="2000" dirty="0" smtClean="0">
                          <a:effectLst/>
                        </a:rPr>
                        <a:t>Button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dirty="0" err="1" smtClean="0">
                          <a:effectLst/>
                        </a:rPr>
                        <a:t>button</a:t>
                      </a:r>
                      <a:r>
                        <a:rPr lang="en-US" sz="2000" dirty="0" smtClean="0">
                          <a:effectLst/>
                        </a:rPr>
                        <a:t>;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 </a:t>
                      </a:r>
                      <a:r>
                        <a:rPr lang="en-US" sz="2000" dirty="0" err="1" smtClean="0">
                          <a:effectLst/>
                        </a:rPr>
                        <a:t>EditText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dirty="0" err="1" smtClean="0">
                          <a:effectLst/>
                        </a:rPr>
                        <a:t>sendTo</a:t>
                      </a:r>
                      <a:r>
                        <a:rPr lang="en-US" sz="2000" dirty="0" smtClean="0">
                          <a:effectLst/>
                        </a:rPr>
                        <a:t>;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 </a:t>
                      </a:r>
                      <a:r>
                        <a:rPr lang="en-US" sz="2000" dirty="0" err="1" smtClean="0">
                          <a:effectLst/>
                        </a:rPr>
                        <a:t>EditText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dirty="0" smtClean="0">
                          <a:effectLst/>
                        </a:rPr>
                        <a:t>subject;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 </a:t>
                      </a:r>
                      <a:r>
                        <a:rPr lang="en-US" sz="2000" dirty="0" err="1" smtClean="0">
                          <a:effectLst/>
                        </a:rPr>
                        <a:t>EditText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dirty="0" smtClean="0">
                          <a:effectLst/>
                        </a:rPr>
                        <a:t>body;</a:t>
                      </a:r>
                      <a:r>
                        <a:rPr lang="en-US" sz="2000" dirty="0" smtClean="0"/>
                        <a:t> </a:t>
                      </a:r>
                      <a:br>
                        <a:rPr lang="en-US" sz="2000" dirty="0" smtClean="0"/>
                      </a:b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@Override</a:t>
                      </a:r>
                      <a:r>
                        <a:rPr lang="en-US" dirty="0" smtClean="0"/>
                        <a:t> 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protected void 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onCreate</a:t>
                      </a:r>
                      <a:r>
                        <a:rPr lang="en-US" dirty="0" smtClean="0">
                          <a:effectLst/>
                        </a:rPr>
                        <a:t>(Bundle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dirty="0" err="1" smtClean="0">
                          <a:effectLst/>
                        </a:rPr>
                        <a:t>savedInstanceState</a:t>
                      </a:r>
                      <a:r>
                        <a:rPr lang="en-US" dirty="0" smtClean="0">
                          <a:effectLst/>
                        </a:rPr>
                        <a:t>)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dirty="0" smtClean="0">
                          <a:effectLst/>
                        </a:rPr>
                        <a:t>{</a:t>
                      </a:r>
                      <a:r>
                        <a:rPr lang="en-US" dirty="0" smtClean="0"/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</a:t>
                      </a:r>
                      <a:r>
                        <a:rPr lang="en-US" dirty="0" err="1" smtClean="0">
                          <a:effectLst/>
                        </a:rPr>
                        <a:t>.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onCreate</a:t>
                      </a:r>
                      <a:r>
                        <a:rPr lang="en-US" dirty="0" smtClean="0">
                          <a:effectLst/>
                        </a:rPr>
                        <a:t>(</a:t>
                      </a:r>
                      <a:r>
                        <a:rPr lang="en-US" dirty="0" err="1" smtClean="0">
                          <a:effectLst/>
                        </a:rPr>
                        <a:t>savedInstanceState</a:t>
                      </a:r>
                      <a:r>
                        <a:rPr lang="en-US" dirty="0" smtClean="0">
                          <a:effectLst/>
                        </a:rPr>
                        <a:t>);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>
                          <a:effectLst/>
                        </a:rPr>
                        <a:t>setContentView</a:t>
                      </a:r>
                      <a:r>
                        <a:rPr lang="en-US" dirty="0" smtClean="0">
                          <a:effectLst/>
                        </a:rPr>
                        <a:t>(</a:t>
                      </a:r>
                      <a:r>
                        <a:rPr lang="en-US" dirty="0" err="1" smtClean="0">
                          <a:effectLst/>
                        </a:rPr>
                        <a:t>R.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layout</a:t>
                      </a:r>
                      <a:r>
                        <a:rPr lang="en-US" dirty="0" err="1" smtClean="0">
                          <a:effectLst/>
                        </a:rPr>
                        <a:t>.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activity_main</a:t>
                      </a:r>
                      <a:r>
                        <a:rPr lang="en-US" dirty="0" smtClean="0">
                          <a:effectLst/>
                        </a:rPr>
                        <a:t>);</a:t>
                      </a:r>
                      <a:r>
                        <a:rPr lang="en-US" dirty="0" smtClean="0"/>
                        <a:t> </a:t>
                      </a:r>
                      <a:r>
                        <a:rPr lang="en-US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Initialize </a:t>
                      </a:r>
                      <a:r>
                        <a:rPr lang="en-US" sz="1800" b="1" i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</a:t>
                      </a:r>
                      <a:r>
                        <a:rPr lang="en-US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Button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>
                          <a:effectLst/>
                        </a:rPr>
                        <a:t>sendTo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dirty="0" err="1" smtClean="0">
                          <a:effectLst/>
                        </a:rPr>
                        <a:t>findViewById</a:t>
                      </a:r>
                      <a:r>
                        <a:rPr lang="en-US" dirty="0" smtClean="0">
                          <a:effectLst/>
                        </a:rPr>
                        <a:t>(R.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en-US" dirty="0" smtClean="0">
                          <a:effectLst/>
                        </a:rPr>
                        <a:t>.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editText1</a:t>
                      </a:r>
                      <a:r>
                        <a:rPr lang="en-US" dirty="0" smtClean="0">
                          <a:effectLst/>
                        </a:rPr>
                        <a:t>);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>
                          <a:effectLst/>
                        </a:rPr>
                        <a:t>subject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dirty="0" err="1" smtClean="0">
                          <a:effectLst/>
                        </a:rPr>
                        <a:t>findViewById</a:t>
                      </a:r>
                      <a:r>
                        <a:rPr lang="en-US" dirty="0" smtClean="0">
                          <a:effectLst/>
                        </a:rPr>
                        <a:t>(R.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en-US" dirty="0" smtClean="0">
                          <a:effectLst/>
                        </a:rPr>
                        <a:t>.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editText2</a:t>
                      </a:r>
                      <a:r>
                        <a:rPr lang="en-US" dirty="0" smtClean="0">
                          <a:effectLst/>
                        </a:rPr>
                        <a:t>);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>
                          <a:effectLst/>
                        </a:rPr>
                        <a:t>body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dirty="0" err="1" smtClean="0">
                          <a:effectLst/>
                        </a:rPr>
                        <a:t>findViewById</a:t>
                      </a:r>
                      <a:r>
                        <a:rPr lang="en-US" dirty="0" smtClean="0">
                          <a:effectLst/>
                        </a:rPr>
                        <a:t>(R.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en-US" dirty="0" smtClean="0">
                          <a:effectLst/>
                        </a:rPr>
                        <a:t>.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editText3</a:t>
                      </a:r>
                      <a:r>
                        <a:rPr lang="en-US" dirty="0" smtClean="0">
                          <a:effectLst/>
                        </a:rPr>
                        <a:t>);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>
                          <a:effectLst/>
                        </a:rPr>
                        <a:t>button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dirty="0" err="1" smtClean="0">
                          <a:effectLst/>
                        </a:rPr>
                        <a:t>findViewById</a:t>
                      </a:r>
                      <a:r>
                        <a:rPr lang="en-US" dirty="0" smtClean="0">
                          <a:effectLst/>
                        </a:rPr>
                        <a:t>(</a:t>
                      </a:r>
                      <a:r>
                        <a:rPr lang="en-US" dirty="0" err="1" smtClean="0">
                          <a:effectLst/>
                        </a:rPr>
                        <a:t>R.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en-US" dirty="0" err="1" smtClean="0">
                          <a:effectLst/>
                        </a:rPr>
                        <a:t>.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  <a:r>
                        <a:rPr lang="en-US" dirty="0" smtClean="0">
                          <a:effectLst/>
                        </a:rPr>
                        <a:t>);</a:t>
                      </a:r>
                      <a:endParaRPr lang="en-US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i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Set </a:t>
                      </a:r>
                      <a:r>
                        <a:rPr lang="en-US" sz="2400" b="1" i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OnClickListener</a:t>
                      </a:r>
                      <a:r>
                        <a:rPr lang="en-US" sz="2400" b="1" i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the button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>
                          <a:effectLst/>
                        </a:rPr>
                        <a:t>button.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setOnClickListener</a:t>
                      </a:r>
                      <a:r>
                        <a:rPr lang="en-US" sz="2400" dirty="0" smtClean="0">
                          <a:effectLst/>
                        </a:rPr>
                        <a:t>(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</a:t>
                      </a:r>
                      <a:r>
                        <a:rPr lang="en-US" sz="2400" dirty="0" err="1" smtClean="0">
                          <a:effectLst/>
                        </a:rPr>
                        <a:t>View.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OnClickListener</a:t>
                      </a:r>
                      <a:r>
                        <a:rPr lang="en-US" sz="2400" dirty="0" smtClean="0">
                          <a:effectLst/>
                        </a:rPr>
                        <a:t>()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smtClean="0">
                          <a:effectLst/>
                        </a:rPr>
                        <a:t>{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@Override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void 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onClick</a:t>
                      </a:r>
                      <a:r>
                        <a:rPr lang="en-US" sz="2400" dirty="0" smtClean="0">
                          <a:effectLst/>
                        </a:rPr>
                        <a:t>(View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smtClean="0">
                          <a:effectLst/>
                        </a:rPr>
                        <a:t>v)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smtClean="0">
                          <a:effectLst/>
                        </a:rPr>
                        <a:t>{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smtClean="0">
                          <a:effectLst/>
                        </a:rPr>
                        <a:t>String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err="1" smtClean="0">
                          <a:effectLst/>
                        </a:rPr>
                        <a:t>emailSend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dirty="0" err="1" smtClean="0">
                          <a:effectLst/>
                        </a:rPr>
                        <a:t>sendTo.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getText</a:t>
                      </a:r>
                      <a:r>
                        <a:rPr lang="en-US" sz="2400" dirty="0" smtClean="0">
                          <a:effectLst/>
                        </a:rPr>
                        <a:t>().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toString</a:t>
                      </a:r>
                      <a:r>
                        <a:rPr lang="en-US" sz="2400" dirty="0" smtClean="0">
                          <a:effectLst/>
                        </a:rPr>
                        <a:t>();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smtClean="0">
                          <a:effectLst/>
                        </a:rPr>
                        <a:t>String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err="1" smtClean="0">
                          <a:effectLst/>
                        </a:rPr>
                        <a:t>emailSubject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dirty="0" err="1" smtClean="0">
                          <a:effectLst/>
                        </a:rPr>
                        <a:t>subject.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getText</a:t>
                      </a:r>
                      <a:r>
                        <a:rPr lang="en-US" sz="2400" dirty="0" smtClean="0">
                          <a:effectLst/>
                        </a:rPr>
                        <a:t>().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toString</a:t>
                      </a:r>
                      <a:r>
                        <a:rPr lang="en-US" sz="2400" dirty="0" smtClean="0">
                          <a:effectLst/>
                        </a:rPr>
                        <a:t>();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smtClean="0">
                          <a:effectLst/>
                        </a:rPr>
                        <a:t>String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err="1" smtClean="0">
                          <a:effectLst/>
                        </a:rPr>
                        <a:t>emailBody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dirty="0" err="1" smtClean="0">
                          <a:effectLst/>
                        </a:rPr>
                        <a:t>body.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getText</a:t>
                      </a:r>
                      <a:r>
                        <a:rPr lang="en-US" sz="2400" dirty="0" smtClean="0">
                          <a:effectLst/>
                        </a:rPr>
                        <a:t>().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toString</a:t>
                      </a:r>
                      <a:r>
                        <a:rPr lang="en-US" sz="2400" dirty="0" smtClean="0">
                          <a:effectLst/>
                        </a:rPr>
                        <a:t>();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b="1" i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Define Intent object with action attribute as ACTION_SEND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smtClean="0">
                          <a:effectLst/>
                        </a:rPr>
                        <a:t>Intent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err="1" smtClean="0">
                          <a:effectLst/>
                        </a:rPr>
                        <a:t>intent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new </a:t>
                      </a:r>
                      <a:r>
                        <a:rPr lang="en-US" sz="2400" dirty="0" smtClean="0">
                          <a:effectLst/>
                        </a:rPr>
                        <a:t>Intent(</a:t>
                      </a:r>
                      <a:r>
                        <a:rPr lang="en-US" sz="2400" dirty="0" err="1" smtClean="0">
                          <a:effectLst/>
                        </a:rPr>
                        <a:t>Intent.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ACTION_SEND</a:t>
                      </a:r>
                      <a:r>
                        <a:rPr lang="en-US" sz="2400" dirty="0" smtClean="0">
                          <a:effectLst/>
                        </a:rPr>
                        <a:t>);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b="1" i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Add email details using </a:t>
                      </a:r>
                      <a:r>
                        <a:rPr lang="en-US" sz="2400" b="1" i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putExtra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>
                          <a:effectLst/>
                        </a:rPr>
                        <a:t>intent.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putExtra</a:t>
                      </a:r>
                      <a:r>
                        <a:rPr lang="en-US" sz="2400" dirty="0" smtClean="0">
                          <a:effectLst/>
                        </a:rPr>
                        <a:t>(</a:t>
                      </a:r>
                      <a:r>
                        <a:rPr lang="en-US" sz="2400" dirty="0" err="1" smtClean="0">
                          <a:effectLst/>
                        </a:rPr>
                        <a:t>Intent.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EXTRA_EMAIL</a:t>
                      </a:r>
                      <a:r>
                        <a:rPr lang="en-US" sz="2400" dirty="0" smtClean="0">
                          <a:effectLst/>
                        </a:rPr>
                        <a:t>,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new </a:t>
                      </a:r>
                      <a:r>
                        <a:rPr lang="en-US" sz="2400" dirty="0" smtClean="0">
                          <a:effectLst/>
                        </a:rPr>
                        <a:t>String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[]</a:t>
                      </a:r>
                      <a:r>
                        <a:rPr lang="en-US" sz="2400" dirty="0" smtClean="0">
                          <a:effectLst/>
                        </a:rPr>
                        <a:t>{</a:t>
                      </a:r>
                      <a:r>
                        <a:rPr lang="en-US" sz="2400" dirty="0" err="1" smtClean="0">
                          <a:effectLst/>
                        </a:rPr>
                        <a:t>emailSend</a:t>
                      </a:r>
                      <a:r>
                        <a:rPr lang="en-US" sz="2400" dirty="0" smtClean="0">
                          <a:effectLst/>
                        </a:rPr>
                        <a:t>});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>
                          <a:effectLst/>
                        </a:rPr>
                        <a:t>intent.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putExtra</a:t>
                      </a:r>
                      <a:r>
                        <a:rPr lang="en-US" sz="2400" dirty="0" smtClean="0">
                          <a:effectLst/>
                        </a:rPr>
                        <a:t>(</a:t>
                      </a:r>
                      <a:r>
                        <a:rPr lang="en-US" sz="2400" dirty="0" err="1" smtClean="0">
                          <a:effectLst/>
                        </a:rPr>
                        <a:t>Intent.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EXTRA_SUBJECT</a:t>
                      </a:r>
                      <a:r>
                        <a:rPr lang="en-US" sz="2400" dirty="0" smtClean="0">
                          <a:effectLst/>
                        </a:rPr>
                        <a:t>,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err="1" smtClean="0">
                          <a:effectLst/>
                        </a:rPr>
                        <a:t>emailSubject</a:t>
                      </a:r>
                      <a:r>
                        <a:rPr lang="en-US" sz="2400" dirty="0" smtClean="0">
                          <a:effectLst/>
                        </a:rPr>
                        <a:t>);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>
                          <a:effectLst/>
                        </a:rPr>
                        <a:t>intent.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putExtra</a:t>
                      </a:r>
                      <a:r>
                        <a:rPr lang="en-US" sz="2400" dirty="0" smtClean="0">
                          <a:effectLst/>
                        </a:rPr>
                        <a:t>(</a:t>
                      </a:r>
                      <a:r>
                        <a:rPr lang="en-US" sz="2400" dirty="0" err="1" smtClean="0">
                          <a:effectLst/>
                        </a:rPr>
                        <a:t>Intent.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EXTRA_TEXT</a:t>
                      </a:r>
                      <a:r>
                        <a:rPr lang="en-US" sz="2400" dirty="0" smtClean="0">
                          <a:effectLst/>
                        </a:rPr>
                        <a:t>,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dirty="0" err="1" smtClean="0">
                          <a:effectLst/>
                        </a:rPr>
                        <a:t>emailBody</a:t>
                      </a:r>
                      <a:r>
                        <a:rPr lang="en-US" sz="2400" dirty="0" smtClean="0">
                          <a:effectLst/>
                        </a:rPr>
                        <a:t>);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36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 code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259655"/>
              </p:ext>
            </p:extLst>
          </p:nvPr>
        </p:nvGraphicFramePr>
        <p:xfrm>
          <a:off x="130388" y="1138121"/>
          <a:ext cx="11937116" cy="491683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58755"/>
                <a:gridCol w="2778361"/>
              </a:tblGrid>
              <a:tr h="4916833">
                <a:tc>
                  <a:txBody>
                    <a:bodyPr/>
                    <a:lstStyle/>
                    <a:p>
                      <a:pPr algn="l"/>
                      <a:r>
                        <a:rPr lang="en-US" sz="2400" b="1" i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Set the type of intent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>
                          <a:effectLst/>
                        </a:rPr>
                        <a:t>intent.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setType</a:t>
                      </a:r>
                      <a:r>
                        <a:rPr lang="en-US" sz="2400" dirty="0" smtClean="0">
                          <a:effectLst/>
                        </a:rPr>
                        <a:t>(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"message/rfc822"</a:t>
                      </a:r>
                      <a:r>
                        <a:rPr lang="en-US" sz="2400" dirty="0" smtClean="0">
                          <a:effectLst/>
                        </a:rPr>
                        <a:t>);</a:t>
                      </a:r>
                      <a:r>
                        <a:rPr lang="en-US" sz="2400" dirty="0" smtClean="0"/>
                        <a:t> </a:t>
                      </a:r>
                    </a:p>
                    <a:p>
                      <a:pPr algn="l"/>
                      <a:r>
                        <a:rPr lang="en-US" sz="2400" b="1" i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Start the activity with a chooser for email clients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>
                          <a:effectLst/>
                        </a:rPr>
                        <a:t>startActivity</a:t>
                      </a:r>
                      <a:r>
                        <a:rPr lang="en-US" sz="2400" dirty="0" smtClean="0">
                          <a:effectLst/>
                        </a:rPr>
                        <a:t>(</a:t>
                      </a:r>
                      <a:r>
                        <a:rPr lang="en-US" sz="2400" dirty="0" err="1" smtClean="0">
                          <a:effectLst/>
                        </a:rPr>
                        <a:t>Intent.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createChooser</a:t>
                      </a:r>
                      <a:r>
                        <a:rPr lang="en-US" sz="2400" dirty="0" smtClean="0">
                          <a:effectLst/>
                        </a:rPr>
                        <a:t>(intent,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"Choose an Email client :"</a:t>
                      </a:r>
                      <a:r>
                        <a:rPr lang="en-US" sz="2400" dirty="0" smtClean="0">
                          <a:effectLst/>
                        </a:rPr>
                        <a:t>));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smtClean="0">
                          <a:effectLst/>
                        </a:rPr>
                        <a:t>}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smtClean="0">
                          <a:effectLst/>
                        </a:rPr>
                        <a:t>});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smtClean="0">
                          <a:effectLst/>
                        </a:rPr>
                        <a:t>}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smtClean="0">
                          <a:effectLst/>
                        </a:rPr>
                        <a:t>}</a:t>
                      </a:r>
                      <a:endParaRPr lang="en-US" sz="2400" dirty="0" smtClean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03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</TotalTime>
  <Words>517</Words>
  <Application>Microsoft Office PowerPoint</Application>
  <PresentationFormat>Custom</PresentationFormat>
  <Paragraphs>30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Naeem Khan</dc:creator>
  <cp:lastModifiedBy>Muhammad Naeem Khan</cp:lastModifiedBy>
  <cp:revision>113</cp:revision>
  <dcterms:created xsi:type="dcterms:W3CDTF">2024-11-04T05:04:00Z</dcterms:created>
  <dcterms:modified xsi:type="dcterms:W3CDTF">2025-02-08T02:16:43Z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92ED70D60F184857A85F9A485E7AD0CC_12</vt:lpwstr>
  </property>
  <property fmtid="{D5CDD505-2E9C-101B-9397-08002B2CF9AE}" pid="3" name="KSOProductBuildVer">
    <vt:lpwstr>1033-12.2.0.18911</vt:lpwstr>
  </property>
</Properties>
</file>